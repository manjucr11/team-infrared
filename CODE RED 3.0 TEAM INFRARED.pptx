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70" r:id="rId3"/>
    <p:sldId id="257" r:id="rId4"/>
    <p:sldId id="265" r:id="rId5"/>
    <p:sldId id="271" r:id="rId6"/>
    <p:sldId id="268" r:id="rId7"/>
    <p:sldId id="273" r:id="rId8"/>
    <p:sldId id="266" r:id="rId9"/>
    <p:sldId id="272" r:id="rId10"/>
    <p:sldId id="259" r:id="rId11"/>
    <p:sldId id="267" r:id="rId12"/>
    <p:sldId id="269" r:id="rId13"/>
    <p:sldId id="258" r:id="rId14"/>
    <p:sldId id="262" r:id="rId15"/>
    <p:sldId id="263" r:id="rId16"/>
    <p:sldId id="264" r:id="rId17"/>
    <p:sldId id="261" r:id="rId18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8B7E8-3895-49A5-AAC6-574103896DD6}" v="126" dt="2025-12-12T14:12:21.161"/>
  </p1510:revLst>
</p1510:revInfo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62" autoAdjust="0"/>
  </p:normalViewPr>
  <p:slideViewPr>
    <p:cSldViewPr snapToGrid="0">
      <p:cViewPr>
        <p:scale>
          <a:sx n="96" d="100"/>
          <a:sy n="96" d="100"/>
        </p:scale>
        <p:origin x="168" y="2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thvik M" userId="b8e1f8a217fa711b" providerId="LiveId" clId="{FB118A57-01E8-4BF7-A5A2-44162EC1DB2C}"/>
    <pc:docChg chg="undo custSel addSld delSld modSld sldOrd">
      <pc:chgData name="Ruthvik M" userId="b8e1f8a217fa711b" providerId="LiveId" clId="{FB118A57-01E8-4BF7-A5A2-44162EC1DB2C}" dt="2025-12-12T14:12:21.161" v="1056"/>
      <pc:docMkLst>
        <pc:docMk/>
      </pc:docMkLst>
      <pc:sldChg chg="addSp delSp modSp mod ord">
        <pc:chgData name="Ruthvik M" userId="b8e1f8a217fa711b" providerId="LiveId" clId="{FB118A57-01E8-4BF7-A5A2-44162EC1DB2C}" dt="2025-12-12T11:54:10.559" v="854" actId="20577"/>
        <pc:sldMkLst>
          <pc:docMk/>
          <pc:sldMk cId="0" sldId="257"/>
        </pc:sldMkLst>
        <pc:spChg chg="mod">
          <ac:chgData name="Ruthvik M" userId="b8e1f8a217fa711b" providerId="LiveId" clId="{FB118A57-01E8-4BF7-A5A2-44162EC1DB2C}" dt="2025-12-12T11:54:00.748" v="851" actId="14100"/>
          <ac:spMkLst>
            <pc:docMk/>
            <pc:sldMk cId="0" sldId="257"/>
            <ac:spMk id="3" creationId="{9AFBE348-F0E6-4178-31A8-9E2AFC7F8164}"/>
          </ac:spMkLst>
        </pc:spChg>
        <pc:spChg chg="mod">
          <ac:chgData name="Ruthvik M" userId="b8e1f8a217fa711b" providerId="LiveId" clId="{FB118A57-01E8-4BF7-A5A2-44162EC1DB2C}" dt="2025-12-12T11:54:10.559" v="854" actId="20577"/>
          <ac:spMkLst>
            <pc:docMk/>
            <pc:sldMk cId="0" sldId="257"/>
            <ac:spMk id="5" creationId="{EBD2A561-E846-D27B-6EB6-CE60457DEB3A}"/>
          </ac:spMkLst>
        </pc:spChg>
        <pc:spChg chg="add del">
          <ac:chgData name="Ruthvik M" userId="b8e1f8a217fa711b" providerId="LiveId" clId="{FB118A57-01E8-4BF7-A5A2-44162EC1DB2C}" dt="2025-12-12T10:28:01.504" v="23" actId="478"/>
          <ac:spMkLst>
            <pc:docMk/>
            <pc:sldMk cId="0" sldId="257"/>
            <ac:spMk id="6" creationId="{23015290-6EFA-CF3F-ADCB-0D17B24E66D1}"/>
          </ac:spMkLst>
        </pc:spChg>
        <pc:spChg chg="mod">
          <ac:chgData name="Ruthvik M" userId="b8e1f8a217fa711b" providerId="LiveId" clId="{FB118A57-01E8-4BF7-A5A2-44162EC1DB2C}" dt="2025-12-12T10:28:01.190" v="22" actId="20577"/>
          <ac:spMkLst>
            <pc:docMk/>
            <pc:sldMk cId="0" sldId="257"/>
            <ac:spMk id="72" creationId="{00000000-0000-0000-0000-000000000000}"/>
          </ac:spMkLst>
        </pc:spChg>
      </pc:sldChg>
      <pc:sldChg chg="ord">
        <pc:chgData name="Ruthvik M" userId="b8e1f8a217fa711b" providerId="LiveId" clId="{FB118A57-01E8-4BF7-A5A2-44162EC1DB2C}" dt="2025-12-12T11:27:00.731" v="636"/>
        <pc:sldMkLst>
          <pc:docMk/>
          <pc:sldMk cId="0" sldId="258"/>
        </pc:sldMkLst>
      </pc:sldChg>
      <pc:sldChg chg="modSp mod ord">
        <pc:chgData name="Ruthvik M" userId="b8e1f8a217fa711b" providerId="LiveId" clId="{FB118A57-01E8-4BF7-A5A2-44162EC1DB2C}" dt="2025-12-12T11:50:32.958" v="839" actId="1440"/>
        <pc:sldMkLst>
          <pc:docMk/>
          <pc:sldMk cId="0" sldId="259"/>
        </pc:sldMkLst>
        <pc:picChg chg="mod">
          <ac:chgData name="Ruthvik M" userId="b8e1f8a217fa711b" providerId="LiveId" clId="{FB118A57-01E8-4BF7-A5A2-44162EC1DB2C}" dt="2025-12-12T11:50:27.979" v="838" actId="1035"/>
          <ac:picMkLst>
            <pc:docMk/>
            <pc:sldMk cId="0" sldId="259"/>
            <ac:picMk id="2" creationId="{72108584-42CB-462F-14FE-F3AC1EF27B28}"/>
          </ac:picMkLst>
        </pc:picChg>
        <pc:picChg chg="mod">
          <ac:chgData name="Ruthvik M" userId="b8e1f8a217fa711b" providerId="LiveId" clId="{FB118A57-01E8-4BF7-A5A2-44162EC1DB2C}" dt="2025-12-12T11:50:32.958" v="839" actId="1440"/>
          <ac:picMkLst>
            <pc:docMk/>
            <pc:sldMk cId="0" sldId="259"/>
            <ac:picMk id="4" creationId="{6BAE908C-AAD3-09B3-BC64-7239AEE17FA4}"/>
          </ac:picMkLst>
        </pc:picChg>
      </pc:sldChg>
      <pc:sldChg chg="ord">
        <pc:chgData name="Ruthvik M" userId="b8e1f8a217fa711b" providerId="LiveId" clId="{FB118A57-01E8-4BF7-A5A2-44162EC1DB2C}" dt="2025-12-12T10:25:13.418" v="1"/>
        <pc:sldMkLst>
          <pc:docMk/>
          <pc:sldMk cId="3633866242" sldId="263"/>
        </pc:sldMkLst>
      </pc:sldChg>
      <pc:sldChg chg="modSp mod">
        <pc:chgData name="Ruthvik M" userId="b8e1f8a217fa711b" providerId="LiveId" clId="{FB118A57-01E8-4BF7-A5A2-44162EC1DB2C}" dt="2025-12-12T10:39:40.978" v="77" actId="12"/>
        <pc:sldMkLst>
          <pc:docMk/>
          <pc:sldMk cId="1611187404" sldId="264"/>
        </pc:sldMkLst>
        <pc:spChg chg="mod">
          <ac:chgData name="Ruthvik M" userId="b8e1f8a217fa711b" providerId="LiveId" clId="{FB118A57-01E8-4BF7-A5A2-44162EC1DB2C}" dt="2025-12-12T10:39:40.978" v="77" actId="12"/>
          <ac:spMkLst>
            <pc:docMk/>
            <pc:sldMk cId="1611187404" sldId="264"/>
            <ac:spMk id="8" creationId="{5C7FC534-A25B-9E9A-CFE8-EE4DA1951089}"/>
          </ac:spMkLst>
        </pc:spChg>
      </pc:sldChg>
      <pc:sldChg chg="new del">
        <pc:chgData name="Ruthvik M" userId="b8e1f8a217fa711b" providerId="LiveId" clId="{FB118A57-01E8-4BF7-A5A2-44162EC1DB2C}" dt="2025-12-12T10:25:29.567" v="3" actId="47"/>
        <pc:sldMkLst>
          <pc:docMk/>
          <pc:sldMk cId="1413072290" sldId="265"/>
        </pc:sldMkLst>
      </pc:sldChg>
      <pc:sldChg chg="addSp delSp modSp new mod ord">
        <pc:chgData name="Ruthvik M" userId="b8e1f8a217fa711b" providerId="LiveId" clId="{FB118A57-01E8-4BF7-A5A2-44162EC1DB2C}" dt="2025-12-12T12:24:05.543" v="910" actId="14100"/>
        <pc:sldMkLst>
          <pc:docMk/>
          <pc:sldMk cId="2960391696" sldId="265"/>
        </pc:sldMkLst>
        <pc:spChg chg="mod">
          <ac:chgData name="Ruthvik M" userId="b8e1f8a217fa711b" providerId="LiveId" clId="{FB118A57-01E8-4BF7-A5A2-44162EC1DB2C}" dt="2025-12-12T10:28:43.595" v="26" actId="27636"/>
          <ac:spMkLst>
            <pc:docMk/>
            <pc:sldMk cId="2960391696" sldId="265"/>
            <ac:spMk id="2" creationId="{A597A48E-40E7-F0AA-1ECD-ACB45B825FAD}"/>
          </ac:spMkLst>
        </pc:spChg>
        <pc:spChg chg="add mod">
          <ac:chgData name="Ruthvik M" userId="b8e1f8a217fa711b" providerId="LiveId" clId="{FB118A57-01E8-4BF7-A5A2-44162EC1DB2C}" dt="2025-12-12T10:28:54.797" v="27"/>
          <ac:spMkLst>
            <pc:docMk/>
            <pc:sldMk cId="2960391696" sldId="265"/>
            <ac:spMk id="5" creationId="{6BACEC24-B09B-14F3-1FF6-E85F5447307B}"/>
          </ac:spMkLst>
        </pc:spChg>
        <pc:spChg chg="add mod">
          <ac:chgData name="Ruthvik M" userId="b8e1f8a217fa711b" providerId="LiveId" clId="{FB118A57-01E8-4BF7-A5A2-44162EC1DB2C}" dt="2025-12-12T10:57:06.472" v="274" actId="207"/>
          <ac:spMkLst>
            <pc:docMk/>
            <pc:sldMk cId="2960391696" sldId="265"/>
            <ac:spMk id="7" creationId="{97AAFE67-59D3-AAA9-33AC-E32E984FE189}"/>
          </ac:spMkLst>
        </pc:spChg>
        <pc:spChg chg="add mod">
          <ac:chgData name="Ruthvik M" userId="b8e1f8a217fa711b" providerId="LiveId" clId="{FB118A57-01E8-4BF7-A5A2-44162EC1DB2C}" dt="2025-12-12T12:23:52.169" v="909" actId="5793"/>
          <ac:spMkLst>
            <pc:docMk/>
            <pc:sldMk cId="2960391696" sldId="265"/>
            <ac:spMk id="9" creationId="{86AF4024-5501-5773-D6F8-3B0D6B8DC7E0}"/>
          </ac:spMkLst>
        </pc:spChg>
        <pc:spChg chg="add mod">
          <ac:chgData name="Ruthvik M" userId="b8e1f8a217fa711b" providerId="LiveId" clId="{FB118A57-01E8-4BF7-A5A2-44162EC1DB2C}" dt="2025-12-12T10:44:55.905" v="226"/>
          <ac:spMkLst>
            <pc:docMk/>
            <pc:sldMk cId="2960391696" sldId="265"/>
            <ac:spMk id="10" creationId="{F3FFF619-4C44-164C-682F-6557D5E2BA04}"/>
          </ac:spMkLst>
        </pc:spChg>
        <pc:picChg chg="add mod">
          <ac:chgData name="Ruthvik M" userId="b8e1f8a217fa711b" providerId="LiveId" clId="{FB118A57-01E8-4BF7-A5A2-44162EC1DB2C}" dt="2025-12-12T12:24:05.543" v="910" actId="14100"/>
          <ac:picMkLst>
            <pc:docMk/>
            <pc:sldMk cId="2960391696" sldId="265"/>
            <ac:picMk id="4" creationId="{0585113B-7E1A-526D-E012-CDA5223CD890}"/>
          </ac:picMkLst>
        </pc:picChg>
        <pc:picChg chg="add mod">
          <ac:chgData name="Ruthvik M" userId="b8e1f8a217fa711b" providerId="LiveId" clId="{FB118A57-01E8-4BF7-A5A2-44162EC1DB2C}" dt="2025-12-12T10:29:02.848" v="28"/>
          <ac:picMkLst>
            <pc:docMk/>
            <pc:sldMk cId="2960391696" sldId="265"/>
            <ac:picMk id="6" creationId="{A600B8C1-D414-3104-9910-2999307418C1}"/>
          </ac:picMkLst>
        </pc:picChg>
        <pc:picChg chg="add del mod">
          <ac:chgData name="Ruthvik M" userId="b8e1f8a217fa711b" providerId="LiveId" clId="{FB118A57-01E8-4BF7-A5A2-44162EC1DB2C}" dt="2025-12-12T11:57:01.653" v="863" actId="478"/>
          <ac:picMkLst>
            <pc:docMk/>
            <pc:sldMk cId="2960391696" sldId="265"/>
            <ac:picMk id="12" creationId="{BDCD7CD8-A3BC-5F59-1494-D11F6C5E68F1}"/>
          </ac:picMkLst>
        </pc:picChg>
        <pc:picChg chg="add del mod">
          <ac:chgData name="Ruthvik M" userId="b8e1f8a217fa711b" providerId="LiveId" clId="{FB118A57-01E8-4BF7-A5A2-44162EC1DB2C}" dt="2025-12-12T12:03:27.108" v="886" actId="478"/>
          <ac:picMkLst>
            <pc:docMk/>
            <pc:sldMk cId="2960391696" sldId="265"/>
            <ac:picMk id="14" creationId="{29BEE240-96E1-1004-E961-B23519C542BB}"/>
          </ac:picMkLst>
        </pc:picChg>
        <pc:picChg chg="add mod">
          <ac:chgData name="Ruthvik M" userId="b8e1f8a217fa711b" providerId="LiveId" clId="{FB118A57-01E8-4BF7-A5A2-44162EC1DB2C}" dt="2025-12-12T12:03:31.901" v="888" actId="1076"/>
          <ac:picMkLst>
            <pc:docMk/>
            <pc:sldMk cId="2960391696" sldId="265"/>
            <ac:picMk id="15" creationId="{F4E5938A-D12D-4DD7-22CC-BFB754EC53D9}"/>
          </ac:picMkLst>
        </pc:picChg>
      </pc:sldChg>
      <pc:sldChg chg="addSp delSp modSp new mod ord">
        <pc:chgData name="Ruthvik M" userId="b8e1f8a217fa711b" providerId="LiveId" clId="{FB118A57-01E8-4BF7-A5A2-44162EC1DB2C}" dt="2025-12-12T13:40:07.439" v="980" actId="20577"/>
        <pc:sldMkLst>
          <pc:docMk/>
          <pc:sldMk cId="1766825499" sldId="266"/>
        </pc:sldMkLst>
        <pc:spChg chg="mod">
          <ac:chgData name="Ruthvik M" userId="b8e1f8a217fa711b" providerId="LiveId" clId="{FB118A57-01E8-4BF7-A5A2-44162EC1DB2C}" dt="2025-12-12T10:44:17.569" v="222" actId="27636"/>
          <ac:spMkLst>
            <pc:docMk/>
            <pc:sldMk cId="1766825499" sldId="266"/>
            <ac:spMk id="2" creationId="{7930134D-D394-E756-E25D-F740911A1250}"/>
          </ac:spMkLst>
        </pc:spChg>
        <pc:spChg chg="add mod">
          <ac:chgData name="Ruthvik M" userId="b8e1f8a217fa711b" providerId="LiveId" clId="{FB118A57-01E8-4BF7-A5A2-44162EC1DB2C}" dt="2025-12-12T10:57:17.219" v="275" actId="207"/>
          <ac:spMkLst>
            <pc:docMk/>
            <pc:sldMk cId="1766825499" sldId="266"/>
            <ac:spMk id="6" creationId="{6A3E3C9A-72F0-EF44-DEA1-6052E87BDE56}"/>
          </ac:spMkLst>
        </pc:spChg>
        <pc:spChg chg="add mod">
          <ac:chgData name="Ruthvik M" userId="b8e1f8a217fa711b" providerId="LiveId" clId="{FB118A57-01E8-4BF7-A5A2-44162EC1DB2C}" dt="2025-12-12T13:40:07.439" v="980" actId="20577"/>
          <ac:spMkLst>
            <pc:docMk/>
            <pc:sldMk cId="1766825499" sldId="266"/>
            <ac:spMk id="8" creationId="{B5BA347F-E932-3984-394C-EAEA51728D9E}"/>
          </ac:spMkLst>
        </pc:spChg>
        <pc:spChg chg="add del mod">
          <ac:chgData name="Ruthvik M" userId="b8e1f8a217fa711b" providerId="LiveId" clId="{FB118A57-01E8-4BF7-A5A2-44162EC1DB2C}" dt="2025-12-12T10:48:10.684" v="252" actId="478"/>
          <ac:spMkLst>
            <pc:docMk/>
            <pc:sldMk cId="1766825499" sldId="266"/>
            <ac:spMk id="9" creationId="{3519F0E2-CBE1-7956-5057-BB83FDABDBEC}"/>
          </ac:spMkLst>
        </pc:spChg>
        <pc:spChg chg="add del mod">
          <ac:chgData name="Ruthvik M" userId="b8e1f8a217fa711b" providerId="LiveId" clId="{FB118A57-01E8-4BF7-A5A2-44162EC1DB2C}" dt="2025-12-12T10:48:16.399" v="255" actId="478"/>
          <ac:spMkLst>
            <pc:docMk/>
            <pc:sldMk cId="1766825499" sldId="266"/>
            <ac:spMk id="10" creationId="{2BF45636-CF89-851F-2F2E-40BC352850C9}"/>
          </ac:spMkLst>
        </pc:spChg>
        <pc:picChg chg="add del mod">
          <ac:chgData name="Ruthvik M" userId="b8e1f8a217fa711b" providerId="LiveId" clId="{FB118A57-01E8-4BF7-A5A2-44162EC1DB2C}" dt="2025-12-12T10:44:19.026" v="223" actId="478"/>
          <ac:picMkLst>
            <pc:docMk/>
            <pc:sldMk cId="1766825499" sldId="266"/>
            <ac:picMk id="4" creationId="{D537A715-2A69-4266-2DC1-6BE91BD403FD}"/>
          </ac:picMkLst>
        </pc:picChg>
        <pc:picChg chg="add mod">
          <ac:chgData name="Ruthvik M" userId="b8e1f8a217fa711b" providerId="LiveId" clId="{FB118A57-01E8-4BF7-A5A2-44162EC1DB2C}" dt="2025-12-12T10:44:44.293" v="224"/>
          <ac:picMkLst>
            <pc:docMk/>
            <pc:sldMk cId="1766825499" sldId="266"/>
            <ac:picMk id="5" creationId="{E8AA2FDD-0A51-2F52-3BAC-CB2202DA63BC}"/>
          </ac:picMkLst>
        </pc:picChg>
        <pc:picChg chg="add mod">
          <ac:chgData name="Ruthvik M" userId="b8e1f8a217fa711b" providerId="LiveId" clId="{FB118A57-01E8-4BF7-A5A2-44162EC1DB2C}" dt="2025-12-12T10:45:01.436" v="227"/>
          <ac:picMkLst>
            <pc:docMk/>
            <pc:sldMk cId="1766825499" sldId="266"/>
            <ac:picMk id="7" creationId="{5DB5F8A3-5FDC-69E3-5C30-03B245B80C94}"/>
          </ac:picMkLst>
        </pc:picChg>
        <pc:picChg chg="add mod">
          <ac:chgData name="Ruthvik M" userId="b8e1f8a217fa711b" providerId="LiveId" clId="{FB118A57-01E8-4BF7-A5A2-44162EC1DB2C}" dt="2025-12-12T12:05:47.126" v="896" actId="1076"/>
          <ac:picMkLst>
            <pc:docMk/>
            <pc:sldMk cId="1766825499" sldId="266"/>
            <ac:picMk id="12" creationId="{7F656831-9964-F611-5DA1-D93B32746609}"/>
          </ac:picMkLst>
        </pc:picChg>
      </pc:sldChg>
      <pc:sldChg chg="addSp delSp modSp new mod ord modNotes">
        <pc:chgData name="Ruthvik M" userId="b8e1f8a217fa711b" providerId="LiveId" clId="{FB118A57-01E8-4BF7-A5A2-44162EC1DB2C}" dt="2025-12-12T14:12:21.161" v="1056"/>
        <pc:sldMkLst>
          <pc:docMk/>
          <pc:sldMk cId="2575919817" sldId="267"/>
        </pc:sldMkLst>
        <pc:spChg chg="mod">
          <ac:chgData name="Ruthvik M" userId="b8e1f8a217fa711b" providerId="LiveId" clId="{FB118A57-01E8-4BF7-A5A2-44162EC1DB2C}" dt="2025-12-12T10:57:28.461" v="278" actId="27636"/>
          <ac:spMkLst>
            <pc:docMk/>
            <pc:sldMk cId="2575919817" sldId="267"/>
            <ac:spMk id="2" creationId="{BC708B43-1F06-1E42-FE89-F8A55ABB79F7}"/>
          </ac:spMkLst>
        </pc:spChg>
        <pc:spChg chg="add del mod">
          <ac:chgData name="Ruthvik M" userId="b8e1f8a217fa711b" providerId="LiveId" clId="{FB118A57-01E8-4BF7-A5A2-44162EC1DB2C}" dt="2025-12-12T11:09:36.983" v="401" actId="20577"/>
          <ac:spMkLst>
            <pc:docMk/>
            <pc:sldMk cId="2575919817" sldId="267"/>
            <ac:spMk id="5" creationId="{1D1CB6DF-7DAD-0167-78AB-091506FBDB3B}"/>
          </ac:spMkLst>
        </pc:spChg>
        <pc:spChg chg="add mod">
          <ac:chgData name="Ruthvik M" userId="b8e1f8a217fa711b" providerId="LiveId" clId="{FB118A57-01E8-4BF7-A5A2-44162EC1DB2C}" dt="2025-12-12T11:03:40.175" v="331"/>
          <ac:spMkLst>
            <pc:docMk/>
            <pc:sldMk cId="2575919817" sldId="267"/>
            <ac:spMk id="7" creationId="{F4AAD532-8CA4-64FF-77EF-E4DD6AF6810E}"/>
          </ac:spMkLst>
        </pc:spChg>
        <pc:spChg chg="add mod">
          <ac:chgData name="Ruthvik M" userId="b8e1f8a217fa711b" providerId="LiveId" clId="{FB118A57-01E8-4BF7-A5A2-44162EC1DB2C}" dt="2025-12-12T11:06:13.009" v="360" actId="20577"/>
          <ac:spMkLst>
            <pc:docMk/>
            <pc:sldMk cId="2575919817" sldId="267"/>
            <ac:spMk id="9" creationId="{AF32A929-9B84-60A6-5C02-EBA9D5BAB51E}"/>
          </ac:spMkLst>
        </pc:spChg>
        <pc:graphicFrameChg chg="add mod modGraphic">
          <ac:chgData name="Ruthvik M" userId="b8e1f8a217fa711b" providerId="LiveId" clId="{FB118A57-01E8-4BF7-A5A2-44162EC1DB2C}" dt="2025-12-12T11:04:56.905" v="348" actId="14734"/>
          <ac:graphicFrameMkLst>
            <pc:docMk/>
            <pc:sldMk cId="2575919817" sldId="267"/>
            <ac:graphicFrameMk id="8" creationId="{939E0922-0D79-F6CE-4861-B8C837987264}"/>
          </ac:graphicFrameMkLst>
        </pc:graphicFrameChg>
        <pc:graphicFrameChg chg="add mod modGraphic">
          <ac:chgData name="Ruthvik M" userId="b8e1f8a217fa711b" providerId="LiveId" clId="{FB118A57-01E8-4BF7-A5A2-44162EC1DB2C}" dt="2025-12-12T11:06:12.010" v="359" actId="207"/>
          <ac:graphicFrameMkLst>
            <pc:docMk/>
            <pc:sldMk cId="2575919817" sldId="267"/>
            <ac:graphicFrameMk id="10" creationId="{353CD74F-8AC9-2E5F-3B90-B9313F64E335}"/>
          </ac:graphicFrameMkLst>
        </pc:graphicFrameChg>
        <pc:graphicFrameChg chg="add mod modGraphic">
          <ac:chgData name="Ruthvik M" userId="b8e1f8a217fa711b" providerId="LiveId" clId="{FB118A57-01E8-4BF7-A5A2-44162EC1DB2C}" dt="2025-12-12T14:12:21.161" v="1056"/>
          <ac:graphicFrameMkLst>
            <pc:docMk/>
            <pc:sldMk cId="2575919817" sldId="267"/>
            <ac:graphicFrameMk id="11" creationId="{2FA2C8F4-5FE9-7585-28F1-9B500CDAEF96}"/>
          </ac:graphicFrameMkLst>
        </pc:graphicFrameChg>
        <pc:picChg chg="add mod">
          <ac:chgData name="Ruthvik M" userId="b8e1f8a217fa711b" providerId="LiveId" clId="{FB118A57-01E8-4BF7-A5A2-44162EC1DB2C}" dt="2025-12-12T10:57:28.383" v="277"/>
          <ac:picMkLst>
            <pc:docMk/>
            <pc:sldMk cId="2575919817" sldId="267"/>
            <ac:picMk id="4" creationId="{46BBD43A-5646-8119-E615-0482845DDA9C}"/>
          </ac:picMkLst>
        </pc:picChg>
        <pc:picChg chg="add mod">
          <ac:chgData name="Ruthvik M" userId="b8e1f8a217fa711b" providerId="LiveId" clId="{FB118A57-01E8-4BF7-A5A2-44162EC1DB2C}" dt="2025-12-12T10:57:44.115" v="280"/>
          <ac:picMkLst>
            <pc:docMk/>
            <pc:sldMk cId="2575919817" sldId="267"/>
            <ac:picMk id="6" creationId="{5735097B-09E8-5BAE-7FD3-738FA12ECB46}"/>
          </ac:picMkLst>
        </pc:picChg>
      </pc:sldChg>
      <pc:sldChg chg="addSp delSp modSp new mod ord">
        <pc:chgData name="Ruthvik M" userId="b8e1f8a217fa711b" providerId="LiveId" clId="{FB118A57-01E8-4BF7-A5A2-44162EC1DB2C}" dt="2025-12-12T12:22:22.300" v="908" actId="1076"/>
        <pc:sldMkLst>
          <pc:docMk/>
          <pc:sldMk cId="1231879462" sldId="268"/>
        </pc:sldMkLst>
        <pc:spChg chg="mod">
          <ac:chgData name="Ruthvik M" userId="b8e1f8a217fa711b" providerId="LiveId" clId="{FB118A57-01E8-4BF7-A5A2-44162EC1DB2C}" dt="2025-12-12T11:09:56.044" v="407" actId="27636"/>
          <ac:spMkLst>
            <pc:docMk/>
            <pc:sldMk cId="1231879462" sldId="268"/>
            <ac:spMk id="2" creationId="{3E3DD31B-8313-1906-4B38-C8A39C552011}"/>
          </ac:spMkLst>
        </pc:spChg>
        <pc:spChg chg="add mod">
          <ac:chgData name="Ruthvik M" userId="b8e1f8a217fa711b" providerId="LiveId" clId="{FB118A57-01E8-4BF7-A5A2-44162EC1DB2C}" dt="2025-12-12T11:10:12.730" v="409"/>
          <ac:spMkLst>
            <pc:docMk/>
            <pc:sldMk cId="1231879462" sldId="268"/>
            <ac:spMk id="6" creationId="{AA4BDDEB-DCAA-4772-61E1-4E5BF127B12B}"/>
          </ac:spMkLst>
        </pc:spChg>
        <pc:spChg chg="add mod">
          <ac:chgData name="Ruthvik M" userId="b8e1f8a217fa711b" providerId="LiveId" clId="{FB118A57-01E8-4BF7-A5A2-44162EC1DB2C}" dt="2025-12-12T11:10:26.251" v="410"/>
          <ac:spMkLst>
            <pc:docMk/>
            <pc:sldMk cId="1231879462" sldId="268"/>
            <ac:spMk id="7" creationId="{44B606EF-9CC7-D135-675E-08469C1CBCE5}"/>
          </ac:spMkLst>
        </pc:spChg>
        <pc:spChg chg="add mod">
          <ac:chgData name="Ruthvik M" userId="b8e1f8a217fa711b" providerId="LiveId" clId="{FB118A57-01E8-4BF7-A5A2-44162EC1DB2C}" dt="2025-12-12T11:15:09.206" v="432" actId="207"/>
          <ac:spMkLst>
            <pc:docMk/>
            <pc:sldMk cId="1231879462" sldId="268"/>
            <ac:spMk id="8" creationId="{6BAC75AA-4657-6700-D673-524790244FFE}"/>
          </ac:spMkLst>
        </pc:spChg>
        <pc:spChg chg="add mod">
          <ac:chgData name="Ruthvik M" userId="b8e1f8a217fa711b" providerId="LiveId" clId="{FB118A57-01E8-4BF7-A5A2-44162EC1DB2C}" dt="2025-12-12T11:19:27.976" v="537" actId="20577"/>
          <ac:spMkLst>
            <pc:docMk/>
            <pc:sldMk cId="1231879462" sldId="268"/>
            <ac:spMk id="10" creationId="{40AADA85-5969-EF1E-51F8-A22AF8EFF8DB}"/>
          </ac:spMkLst>
        </pc:spChg>
        <pc:graphicFrameChg chg="add mod">
          <ac:chgData name="Ruthvik M" userId="b8e1f8a217fa711b" providerId="LiveId" clId="{FB118A57-01E8-4BF7-A5A2-44162EC1DB2C}" dt="2025-12-12T11:09:54.277" v="403"/>
          <ac:graphicFrameMkLst>
            <pc:docMk/>
            <pc:sldMk cId="1231879462" sldId="268"/>
            <ac:graphicFrameMk id="4" creationId="{78944AF6-157F-4281-9E23-E5474B00DFE4}"/>
          </ac:graphicFrameMkLst>
        </pc:graphicFrameChg>
        <pc:picChg chg="add mod">
          <ac:chgData name="Ruthvik M" userId="b8e1f8a217fa711b" providerId="LiveId" clId="{FB118A57-01E8-4BF7-A5A2-44162EC1DB2C}" dt="2025-12-12T11:10:05.423" v="408"/>
          <ac:picMkLst>
            <pc:docMk/>
            <pc:sldMk cId="1231879462" sldId="268"/>
            <ac:picMk id="5" creationId="{1DA58D40-BA62-CCB3-D81E-B282ADA0A4B1}"/>
          </ac:picMkLst>
        </pc:picChg>
        <pc:picChg chg="add mod">
          <ac:chgData name="Ruthvik M" userId="b8e1f8a217fa711b" providerId="LiveId" clId="{FB118A57-01E8-4BF7-A5A2-44162EC1DB2C}" dt="2025-12-12T11:10:43.139" v="412"/>
          <ac:picMkLst>
            <pc:docMk/>
            <pc:sldMk cId="1231879462" sldId="268"/>
            <ac:picMk id="9" creationId="{F90DD164-B9FF-EE24-7FDD-D62E004E1E93}"/>
          </ac:picMkLst>
        </pc:picChg>
        <pc:picChg chg="add del mod">
          <ac:chgData name="Ruthvik M" userId="b8e1f8a217fa711b" providerId="LiveId" clId="{FB118A57-01E8-4BF7-A5A2-44162EC1DB2C}" dt="2025-12-12T12:22:22.300" v="908" actId="1076"/>
          <ac:picMkLst>
            <pc:docMk/>
            <pc:sldMk cId="1231879462" sldId="268"/>
            <ac:picMk id="12" creationId="{A5A22B34-0215-F1A3-0868-506592519103}"/>
          </ac:picMkLst>
        </pc:picChg>
        <pc:picChg chg="add mod">
          <ac:chgData name="Ruthvik M" userId="b8e1f8a217fa711b" providerId="LiveId" clId="{FB118A57-01E8-4BF7-A5A2-44162EC1DB2C}" dt="2025-12-12T12:21:58.923" v="902"/>
          <ac:picMkLst>
            <pc:docMk/>
            <pc:sldMk cId="1231879462" sldId="268"/>
            <ac:picMk id="14" creationId="{7C264928-578F-AD42-937C-A68D1333775F}"/>
          </ac:picMkLst>
        </pc:picChg>
      </pc:sldChg>
      <pc:sldChg chg="addSp delSp modSp new add del mod ord">
        <pc:chgData name="Ruthvik M" userId="b8e1f8a217fa711b" providerId="LiveId" clId="{FB118A57-01E8-4BF7-A5A2-44162EC1DB2C}" dt="2025-12-12T13:38:20.421" v="932" actId="47"/>
        <pc:sldMkLst>
          <pc:docMk/>
          <pc:sldMk cId="2862722201" sldId="269"/>
        </pc:sldMkLst>
        <pc:spChg chg="mod">
          <ac:chgData name="Ruthvik M" userId="b8e1f8a217fa711b" providerId="LiveId" clId="{FB118A57-01E8-4BF7-A5A2-44162EC1DB2C}" dt="2025-12-12T11:21:31.824" v="544" actId="27636"/>
          <ac:spMkLst>
            <pc:docMk/>
            <pc:sldMk cId="2862722201" sldId="269"/>
            <ac:spMk id="2" creationId="{86B9CF6C-340C-E40F-5B73-E7A2E2EB2750}"/>
          </ac:spMkLst>
        </pc:spChg>
        <pc:spChg chg="add mod">
          <ac:chgData name="Ruthvik M" userId="b8e1f8a217fa711b" providerId="LiveId" clId="{FB118A57-01E8-4BF7-A5A2-44162EC1DB2C}" dt="2025-12-12T11:29:04.402" v="668" actId="1076"/>
          <ac:spMkLst>
            <pc:docMk/>
            <pc:sldMk cId="2862722201" sldId="269"/>
            <ac:spMk id="5" creationId="{AED617F9-5646-1025-DC5F-6E307F82A67B}"/>
          </ac:spMkLst>
        </pc:spChg>
        <pc:spChg chg="add del mod">
          <ac:chgData name="Ruthvik M" userId="b8e1f8a217fa711b" providerId="LiveId" clId="{FB118A57-01E8-4BF7-A5A2-44162EC1DB2C}" dt="2025-12-12T11:32:31.017" v="705" actId="47"/>
          <ac:spMkLst>
            <pc:docMk/>
            <pc:sldMk cId="2862722201" sldId="269"/>
            <ac:spMk id="17" creationId="{CF29CA93-1559-001B-0E6F-F6CDC9E1C500}"/>
          </ac:spMkLst>
        </pc:spChg>
        <pc:spChg chg="add del mod">
          <ac:chgData name="Ruthvik M" userId="b8e1f8a217fa711b" providerId="LiveId" clId="{FB118A57-01E8-4BF7-A5A2-44162EC1DB2C}" dt="2025-12-12T11:32:27.870" v="704" actId="47"/>
          <ac:spMkLst>
            <pc:docMk/>
            <pc:sldMk cId="2862722201" sldId="269"/>
            <ac:spMk id="18" creationId="{56E67D00-218D-CBF8-0510-A091958440F1}"/>
          </ac:spMkLst>
        </pc:spChg>
        <pc:picChg chg="add mod">
          <ac:chgData name="Ruthvik M" userId="b8e1f8a217fa711b" providerId="LiveId" clId="{FB118A57-01E8-4BF7-A5A2-44162EC1DB2C}" dt="2025-12-12T11:32:42.347" v="709" actId="1076"/>
          <ac:picMkLst>
            <pc:docMk/>
            <pc:sldMk cId="2862722201" sldId="269"/>
            <ac:picMk id="4" creationId="{5E1C64B4-6032-8F79-85C2-0CCE8E6BEEA7}"/>
          </ac:picMkLst>
        </pc:picChg>
        <pc:picChg chg="add mod">
          <ac:chgData name="Ruthvik M" userId="b8e1f8a217fa711b" providerId="LiveId" clId="{FB118A57-01E8-4BF7-A5A2-44162EC1DB2C}" dt="2025-12-12T11:22:00.917" v="561"/>
          <ac:picMkLst>
            <pc:docMk/>
            <pc:sldMk cId="2862722201" sldId="269"/>
            <ac:picMk id="6" creationId="{7C17A422-70D1-3130-DE0D-8C23DEE93BD3}"/>
          </ac:picMkLst>
        </pc:picChg>
        <pc:picChg chg="add mod">
          <ac:chgData name="Ruthvik M" userId="b8e1f8a217fa711b" providerId="LiveId" clId="{FB118A57-01E8-4BF7-A5A2-44162EC1DB2C}" dt="2025-12-12T11:30:38.855" v="689" actId="14100"/>
          <ac:picMkLst>
            <pc:docMk/>
            <pc:sldMk cId="2862722201" sldId="269"/>
            <ac:picMk id="8" creationId="{9A904EC7-A5EE-F9BE-0C4A-5868FE242556}"/>
          </ac:picMkLst>
        </pc:picChg>
        <pc:picChg chg="add mod">
          <ac:chgData name="Ruthvik M" userId="b8e1f8a217fa711b" providerId="LiveId" clId="{FB118A57-01E8-4BF7-A5A2-44162EC1DB2C}" dt="2025-12-12T11:30:41.638" v="690" actId="1076"/>
          <ac:picMkLst>
            <pc:docMk/>
            <pc:sldMk cId="2862722201" sldId="269"/>
            <ac:picMk id="10" creationId="{EA53BF3A-E210-F431-4E25-9C9C24E62FB5}"/>
          </ac:picMkLst>
        </pc:picChg>
        <pc:picChg chg="add mod">
          <ac:chgData name="Ruthvik M" userId="b8e1f8a217fa711b" providerId="LiveId" clId="{FB118A57-01E8-4BF7-A5A2-44162EC1DB2C}" dt="2025-12-12T11:31:02.341" v="692" actId="14100"/>
          <ac:picMkLst>
            <pc:docMk/>
            <pc:sldMk cId="2862722201" sldId="269"/>
            <ac:picMk id="12" creationId="{51EF783B-ED6E-72D9-0FAA-803D65803952}"/>
          </ac:picMkLst>
        </pc:picChg>
        <pc:picChg chg="add mod">
          <ac:chgData name="Ruthvik M" userId="b8e1f8a217fa711b" providerId="LiveId" clId="{FB118A57-01E8-4BF7-A5A2-44162EC1DB2C}" dt="2025-12-12T11:30:29.686" v="686" actId="14100"/>
          <ac:picMkLst>
            <pc:docMk/>
            <pc:sldMk cId="2862722201" sldId="269"/>
            <ac:picMk id="14" creationId="{E5F95D0E-DC60-A102-5AC7-0E32354ECE55}"/>
          </ac:picMkLst>
        </pc:picChg>
        <pc:picChg chg="add mod">
          <ac:chgData name="Ruthvik M" userId="b8e1f8a217fa711b" providerId="LiveId" clId="{FB118A57-01E8-4BF7-A5A2-44162EC1DB2C}" dt="2025-12-12T11:30:00.171" v="679" actId="14100"/>
          <ac:picMkLst>
            <pc:docMk/>
            <pc:sldMk cId="2862722201" sldId="269"/>
            <ac:picMk id="16" creationId="{E4283D86-5BB1-4F2B-317F-8330364A7B78}"/>
          </ac:picMkLst>
        </pc:picChg>
      </pc:sldChg>
      <pc:sldChg chg="addSp delSp modSp new mod ord">
        <pc:chgData name="Ruthvik M" userId="b8e1f8a217fa711b" providerId="LiveId" clId="{FB118A57-01E8-4BF7-A5A2-44162EC1DB2C}" dt="2025-12-12T11:52:23.030" v="845" actId="14100"/>
        <pc:sldMkLst>
          <pc:docMk/>
          <pc:sldMk cId="1473422162" sldId="270"/>
        </pc:sldMkLst>
        <pc:spChg chg="mod">
          <ac:chgData name="Ruthvik M" userId="b8e1f8a217fa711b" providerId="LiveId" clId="{FB118A57-01E8-4BF7-A5A2-44162EC1DB2C}" dt="2025-12-12T11:23:45.288" v="565" actId="27636"/>
          <ac:spMkLst>
            <pc:docMk/>
            <pc:sldMk cId="1473422162" sldId="270"/>
            <ac:spMk id="2" creationId="{4D3C791F-2284-C0C9-707F-3CCB2BC2C995}"/>
          </ac:spMkLst>
        </pc:spChg>
        <pc:spChg chg="add mod">
          <ac:chgData name="Ruthvik M" userId="b8e1f8a217fa711b" providerId="LiveId" clId="{FB118A57-01E8-4BF7-A5A2-44162EC1DB2C}" dt="2025-12-12T11:37:43.921" v="736" actId="207"/>
          <ac:spMkLst>
            <pc:docMk/>
            <pc:sldMk cId="1473422162" sldId="270"/>
            <ac:spMk id="5" creationId="{F0A88BAA-FF8B-B6F6-F761-12B627093294}"/>
          </ac:spMkLst>
        </pc:spChg>
        <pc:spChg chg="add del mod">
          <ac:chgData name="Ruthvik M" userId="b8e1f8a217fa711b" providerId="LiveId" clId="{FB118A57-01E8-4BF7-A5A2-44162EC1DB2C}" dt="2025-12-12T11:34:23.838" v="729"/>
          <ac:spMkLst>
            <pc:docMk/>
            <pc:sldMk cId="1473422162" sldId="270"/>
            <ac:spMk id="7" creationId="{94FC243F-D715-F15B-B70A-4CFE41D55953}"/>
          </ac:spMkLst>
        </pc:spChg>
        <pc:spChg chg="add mod">
          <ac:chgData name="Ruthvik M" userId="b8e1f8a217fa711b" providerId="LiveId" clId="{FB118A57-01E8-4BF7-A5A2-44162EC1DB2C}" dt="2025-12-12T11:52:23.030" v="845" actId="14100"/>
          <ac:spMkLst>
            <pc:docMk/>
            <pc:sldMk cId="1473422162" sldId="270"/>
            <ac:spMk id="8" creationId="{46DCFF86-5A92-CB81-887E-E27113BBB5DF}"/>
          </ac:spMkLst>
        </pc:spChg>
        <pc:picChg chg="add mod">
          <ac:chgData name="Ruthvik M" userId="b8e1f8a217fa711b" providerId="LiveId" clId="{FB118A57-01E8-4BF7-A5A2-44162EC1DB2C}" dt="2025-12-12T11:23:45.194" v="564"/>
          <ac:picMkLst>
            <pc:docMk/>
            <pc:sldMk cId="1473422162" sldId="270"/>
            <ac:picMk id="4" creationId="{A688F9DC-3EC0-649E-DFBB-773FC9178AC6}"/>
          </ac:picMkLst>
        </pc:picChg>
        <pc:picChg chg="add mod">
          <ac:chgData name="Ruthvik M" userId="b8e1f8a217fa711b" providerId="LiveId" clId="{FB118A57-01E8-4BF7-A5A2-44162EC1DB2C}" dt="2025-12-12T11:24:14.843" v="567"/>
          <ac:picMkLst>
            <pc:docMk/>
            <pc:sldMk cId="1473422162" sldId="270"/>
            <ac:picMk id="6" creationId="{E25BD7B8-EB0F-26BD-EA89-C08445990117}"/>
          </ac:picMkLst>
        </pc:picChg>
      </pc:sldChg>
      <pc:sldChg chg="addSp delSp modSp new mod">
        <pc:chgData name="Ruthvik M" userId="b8e1f8a217fa711b" providerId="LiveId" clId="{FB118A57-01E8-4BF7-A5A2-44162EC1DB2C}" dt="2025-12-12T14:04:45.442" v="1001"/>
        <pc:sldMkLst>
          <pc:docMk/>
          <pc:sldMk cId="3214850137" sldId="271"/>
        </pc:sldMkLst>
        <pc:spChg chg="mod">
          <ac:chgData name="Ruthvik M" userId="b8e1f8a217fa711b" providerId="LiveId" clId="{FB118A57-01E8-4BF7-A5A2-44162EC1DB2C}" dt="2025-12-12T14:01:14.854" v="984" actId="27636"/>
          <ac:spMkLst>
            <pc:docMk/>
            <pc:sldMk cId="3214850137" sldId="271"/>
            <ac:spMk id="2" creationId="{0FCC00F1-BC02-EA28-0A97-71AD979D21B7}"/>
          </ac:spMkLst>
        </pc:spChg>
        <pc:spChg chg="add mod">
          <ac:chgData name="Ruthvik M" userId="b8e1f8a217fa711b" providerId="LiveId" clId="{FB118A57-01E8-4BF7-A5A2-44162EC1DB2C}" dt="2025-12-12T14:02:00.316" v="992" actId="1076"/>
          <ac:spMkLst>
            <pc:docMk/>
            <pc:sldMk cId="3214850137" sldId="271"/>
            <ac:spMk id="6" creationId="{1B036B7C-1F42-F7FD-A1F9-D8EB2EA319CB}"/>
          </ac:spMkLst>
        </pc:spChg>
        <pc:spChg chg="add mod">
          <ac:chgData name="Ruthvik M" userId="b8e1f8a217fa711b" providerId="LiveId" clId="{FB118A57-01E8-4BF7-A5A2-44162EC1DB2C}" dt="2025-12-12T14:01:39.829" v="989"/>
          <ac:spMkLst>
            <pc:docMk/>
            <pc:sldMk cId="3214850137" sldId="271"/>
            <ac:spMk id="8" creationId="{85910E38-F7F3-D944-61FB-E586BD5F159D}"/>
          </ac:spMkLst>
        </pc:spChg>
        <pc:spChg chg="add mod">
          <ac:chgData name="Ruthvik M" userId="b8e1f8a217fa711b" providerId="LiveId" clId="{FB118A57-01E8-4BF7-A5A2-44162EC1DB2C}" dt="2025-12-12T14:02:15.358" v="996" actId="571"/>
          <ac:spMkLst>
            <pc:docMk/>
            <pc:sldMk cId="3214850137" sldId="271"/>
            <ac:spMk id="10" creationId="{E551D99F-B51A-150E-E69D-30618F977EDD}"/>
          </ac:spMkLst>
        </pc:spChg>
        <pc:graphicFrameChg chg="add mod modGraphic">
          <ac:chgData name="Ruthvik M" userId="b8e1f8a217fa711b" providerId="LiveId" clId="{FB118A57-01E8-4BF7-A5A2-44162EC1DB2C}" dt="2025-12-12T14:04:45.442" v="1001"/>
          <ac:graphicFrameMkLst>
            <pc:docMk/>
            <pc:sldMk cId="3214850137" sldId="271"/>
            <ac:graphicFrameMk id="9" creationId="{D1401325-3217-A834-E780-EA5369368214}"/>
          </ac:graphicFrameMkLst>
        </pc:graphicFrameChg>
        <pc:graphicFrameChg chg="add mod modGraphic">
          <ac:chgData name="Ruthvik M" userId="b8e1f8a217fa711b" providerId="LiveId" clId="{FB118A57-01E8-4BF7-A5A2-44162EC1DB2C}" dt="2025-12-12T14:02:15.358" v="996" actId="571"/>
          <ac:graphicFrameMkLst>
            <pc:docMk/>
            <pc:sldMk cId="3214850137" sldId="271"/>
            <ac:graphicFrameMk id="11" creationId="{7EFF7A7E-E93C-4B13-CF68-7650B7096867}"/>
          </ac:graphicFrameMkLst>
        </pc:graphicFrameChg>
        <pc:picChg chg="add mod">
          <ac:chgData name="Ruthvik M" userId="b8e1f8a217fa711b" providerId="LiveId" clId="{FB118A57-01E8-4BF7-A5A2-44162EC1DB2C}" dt="2025-12-12T14:01:14.805" v="982"/>
          <ac:picMkLst>
            <pc:docMk/>
            <pc:sldMk cId="3214850137" sldId="271"/>
            <ac:picMk id="4" creationId="{85CDB518-5433-4188-14ED-DAE02BB53DAC}"/>
          </ac:picMkLst>
        </pc:picChg>
        <pc:picChg chg="add del mod">
          <ac:chgData name="Ruthvik M" userId="b8e1f8a217fa711b" providerId="LiveId" clId="{FB118A57-01E8-4BF7-A5A2-44162EC1DB2C}" dt="2025-12-12T14:01:18.873" v="986" actId="478"/>
          <ac:picMkLst>
            <pc:docMk/>
            <pc:sldMk cId="3214850137" sldId="271"/>
            <ac:picMk id="5" creationId="{72C2AE8E-603F-DAD6-DBA8-9FD05EFAFAEA}"/>
          </ac:picMkLst>
        </pc:picChg>
        <pc:picChg chg="add mod">
          <ac:chgData name="Ruthvik M" userId="b8e1f8a217fa711b" providerId="LiveId" clId="{FB118A57-01E8-4BF7-A5A2-44162EC1DB2C}" dt="2025-12-12T14:01:33.117" v="988"/>
          <ac:picMkLst>
            <pc:docMk/>
            <pc:sldMk cId="3214850137" sldId="271"/>
            <ac:picMk id="7" creationId="{20117975-21B9-4EE9-3802-5A96590DCB5B}"/>
          </ac:picMkLst>
        </pc:picChg>
      </pc:sldChg>
      <pc:sldChg chg="add del">
        <pc:chgData name="Ruthvik M" userId="b8e1f8a217fa711b" providerId="LiveId" clId="{FB118A57-01E8-4BF7-A5A2-44162EC1DB2C}" dt="2025-12-12T11:57:35.958" v="865"/>
        <pc:sldMkLst>
          <pc:docMk/>
          <pc:sldMk cId="4151430445" sldId="271"/>
        </pc:sldMkLst>
      </pc:sldChg>
      <pc:sldChg chg="addSp delSp modSp new del mod">
        <pc:chgData name="Ruthvik M" userId="b8e1f8a217fa711b" providerId="LiveId" clId="{FB118A57-01E8-4BF7-A5A2-44162EC1DB2C}" dt="2025-12-12T14:05:26.588" v="1006" actId="47"/>
        <pc:sldMkLst>
          <pc:docMk/>
          <pc:sldMk cId="1195358295" sldId="272"/>
        </pc:sldMkLst>
        <pc:spChg chg="mod">
          <ac:chgData name="Ruthvik M" userId="b8e1f8a217fa711b" providerId="LiveId" clId="{FB118A57-01E8-4BF7-A5A2-44162EC1DB2C}" dt="2025-12-12T14:05:14.712" v="1004" actId="27636"/>
          <ac:spMkLst>
            <pc:docMk/>
            <pc:sldMk cId="1195358295" sldId="272"/>
            <ac:spMk id="2" creationId="{F0989029-60B1-F52F-96FB-727624460AD1}"/>
          </ac:spMkLst>
        </pc:spChg>
        <pc:picChg chg="add del mod">
          <ac:chgData name="Ruthvik M" userId="b8e1f8a217fa711b" providerId="LiveId" clId="{FB118A57-01E8-4BF7-A5A2-44162EC1DB2C}" dt="2025-12-12T14:05:23.067" v="1005" actId="478"/>
          <ac:picMkLst>
            <pc:docMk/>
            <pc:sldMk cId="1195358295" sldId="272"/>
            <ac:picMk id="4" creationId="{EC74DC38-552A-6908-C37C-A7014D191106}"/>
          </ac:picMkLst>
        </pc:picChg>
      </pc:sldChg>
      <pc:sldChg chg="addSp modSp new mod">
        <pc:chgData name="Ruthvik M" userId="b8e1f8a217fa711b" providerId="LiveId" clId="{FB118A57-01E8-4BF7-A5A2-44162EC1DB2C}" dt="2025-12-12T14:10:28.531" v="1046"/>
        <pc:sldMkLst>
          <pc:docMk/>
          <pc:sldMk cId="2775388008" sldId="272"/>
        </pc:sldMkLst>
        <pc:spChg chg="mod">
          <ac:chgData name="Ruthvik M" userId="b8e1f8a217fa711b" providerId="LiveId" clId="{FB118A57-01E8-4BF7-A5A2-44162EC1DB2C}" dt="2025-12-12T14:05:58.561" v="1009" actId="27636"/>
          <ac:spMkLst>
            <pc:docMk/>
            <pc:sldMk cId="2775388008" sldId="272"/>
            <ac:spMk id="2" creationId="{ABDA94EB-CF55-660D-AA63-EC8F8BE2C4C7}"/>
          </ac:spMkLst>
        </pc:spChg>
        <pc:spChg chg="add mod">
          <ac:chgData name="Ruthvik M" userId="b8e1f8a217fa711b" providerId="LiveId" clId="{FB118A57-01E8-4BF7-A5A2-44162EC1DB2C}" dt="2025-12-12T14:10:19.704" v="1045"/>
          <ac:spMkLst>
            <pc:docMk/>
            <pc:sldMk cId="2775388008" sldId="272"/>
            <ac:spMk id="6" creationId="{4B7B628A-7ECF-7560-1D4D-C623ED181EAA}"/>
          </ac:spMkLst>
        </pc:spChg>
        <pc:graphicFrameChg chg="add mod modGraphic">
          <ac:chgData name="Ruthvik M" userId="b8e1f8a217fa711b" providerId="LiveId" clId="{FB118A57-01E8-4BF7-A5A2-44162EC1DB2C}" dt="2025-12-12T14:09:55.540" v="1044" actId="20577"/>
          <ac:graphicFrameMkLst>
            <pc:docMk/>
            <pc:sldMk cId="2775388008" sldId="272"/>
            <ac:graphicFrameMk id="5" creationId="{C6A2FABA-1987-E377-2995-91FA425BE56B}"/>
          </ac:graphicFrameMkLst>
        </pc:graphicFrameChg>
        <pc:picChg chg="add mod">
          <ac:chgData name="Ruthvik M" userId="b8e1f8a217fa711b" providerId="LiveId" clId="{FB118A57-01E8-4BF7-A5A2-44162EC1DB2C}" dt="2025-12-12T14:05:58.537" v="1008"/>
          <ac:picMkLst>
            <pc:docMk/>
            <pc:sldMk cId="2775388008" sldId="272"/>
            <ac:picMk id="4" creationId="{DFE1C640-A590-8C61-8CEA-B234FA975308}"/>
          </ac:picMkLst>
        </pc:picChg>
        <pc:picChg chg="add mod">
          <ac:chgData name="Ruthvik M" userId="b8e1f8a217fa711b" providerId="LiveId" clId="{FB118A57-01E8-4BF7-A5A2-44162EC1DB2C}" dt="2025-12-12T14:10:28.531" v="1046"/>
          <ac:picMkLst>
            <pc:docMk/>
            <pc:sldMk cId="2775388008" sldId="272"/>
            <ac:picMk id="7" creationId="{80538FB2-9012-6F27-5305-E477D80F7E8E}"/>
          </ac:picMkLst>
        </pc:picChg>
      </pc:sldChg>
      <pc:sldChg chg="addSp modSp new mod">
        <pc:chgData name="Ruthvik M" userId="b8e1f8a217fa711b" providerId="LiveId" clId="{FB118A57-01E8-4BF7-A5A2-44162EC1DB2C}" dt="2025-12-12T14:12:06.786" v="1054"/>
        <pc:sldMkLst>
          <pc:docMk/>
          <pc:sldMk cId="3332065713" sldId="273"/>
        </pc:sldMkLst>
        <pc:spChg chg="mod">
          <ac:chgData name="Ruthvik M" userId="b8e1f8a217fa711b" providerId="LiveId" clId="{FB118A57-01E8-4BF7-A5A2-44162EC1DB2C}" dt="2025-12-12T14:11:30.179" v="1049" actId="27636"/>
          <ac:spMkLst>
            <pc:docMk/>
            <pc:sldMk cId="3332065713" sldId="273"/>
            <ac:spMk id="2" creationId="{C96280C9-5F6B-83D2-8302-A0849078B69F}"/>
          </ac:spMkLst>
        </pc:spChg>
        <pc:spChg chg="add mod">
          <ac:chgData name="Ruthvik M" userId="b8e1f8a217fa711b" providerId="LiveId" clId="{FB118A57-01E8-4BF7-A5A2-44162EC1DB2C}" dt="2025-12-12T14:11:35.627" v="1050"/>
          <ac:spMkLst>
            <pc:docMk/>
            <pc:sldMk cId="3332065713" sldId="273"/>
            <ac:spMk id="5" creationId="{99FEAB1B-069E-E221-1127-226A3A660B47}"/>
          </ac:spMkLst>
        </pc:spChg>
        <pc:graphicFrameChg chg="add mod modGraphic">
          <ac:chgData name="Ruthvik M" userId="b8e1f8a217fa711b" providerId="LiveId" clId="{FB118A57-01E8-4BF7-A5A2-44162EC1DB2C}" dt="2025-12-12T14:12:06.786" v="1054"/>
          <ac:graphicFrameMkLst>
            <pc:docMk/>
            <pc:sldMk cId="3332065713" sldId="273"/>
            <ac:graphicFrameMk id="7" creationId="{C1E8463C-F04D-EBB1-7219-2E77B81CF346}"/>
          </ac:graphicFrameMkLst>
        </pc:graphicFrameChg>
        <pc:picChg chg="add mod">
          <ac:chgData name="Ruthvik M" userId="b8e1f8a217fa711b" providerId="LiveId" clId="{FB118A57-01E8-4BF7-A5A2-44162EC1DB2C}" dt="2025-12-12T14:11:30.147" v="1048"/>
          <ac:picMkLst>
            <pc:docMk/>
            <pc:sldMk cId="3332065713" sldId="273"/>
            <ac:picMk id="4" creationId="{11D661BB-A94E-AE79-C755-89AFAF1DFD32}"/>
          </ac:picMkLst>
        </pc:picChg>
        <pc:picChg chg="add mod">
          <ac:chgData name="Ruthvik M" userId="b8e1f8a217fa711b" providerId="LiveId" clId="{FB118A57-01E8-4BF7-A5A2-44162EC1DB2C}" dt="2025-12-12T14:11:42.154" v="1051"/>
          <ac:picMkLst>
            <pc:docMk/>
            <pc:sldMk cId="3332065713" sldId="273"/>
            <ac:picMk id="6" creationId="{2EE53D1E-918E-EDFE-1DAA-DB713AD6A310}"/>
          </ac:picMkLst>
        </pc:picChg>
      </pc:sldChg>
      <pc:sldMasterChg chg="delSldLayout">
        <pc:chgData name="Ruthvik M" userId="b8e1f8a217fa711b" providerId="LiveId" clId="{FB118A57-01E8-4BF7-A5A2-44162EC1DB2C}" dt="2025-12-12T10:25:29.567" v="3" actId="47"/>
        <pc:sldMasterMkLst>
          <pc:docMk/>
          <pc:sldMasterMk cId="0" sldId="2147483659"/>
        </pc:sldMasterMkLst>
        <pc:sldLayoutChg chg="del">
          <pc:chgData name="Ruthvik M" userId="b8e1f8a217fa711b" providerId="LiveId" clId="{FB118A57-01E8-4BF7-A5A2-44162EC1DB2C}" dt="2025-12-12T10:25:29.567" v="3" actId="47"/>
          <pc:sldLayoutMkLst>
            <pc:docMk/>
            <pc:sldMasterMk cId="0" sldId="2147483659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84114ed5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84114ed5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84114ed5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84114ed5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56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84114ed5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84114ed5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84114ed5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84114ed5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363100" y="0"/>
            <a:ext cx="44178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b="1" dirty="0">
                <a:solidFill>
                  <a:srgbClr val="FFFFFF"/>
                </a:solidFill>
              </a:rPr>
              <a:t>CODE RED 3.0</a:t>
            </a:r>
            <a:endParaRPr sz="4600" b="1" dirty="0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42225" y="702225"/>
            <a:ext cx="38865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CODE TILL YOU DROP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838550" y="1349125"/>
            <a:ext cx="63252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4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InfraScatter</a:t>
            </a:r>
            <a:r>
              <a:rPr lang="en-IN" sz="4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Sentinel </a:t>
            </a:r>
            <a:r>
              <a:rPr lang="en-IN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Integrated IR Scatter Intelligence and Ranger Authentication System for Wildlife Corridors</a:t>
            </a:r>
          </a:p>
        </p:txBody>
      </p:sp>
      <p:sp>
        <p:nvSpPr>
          <p:cNvPr id="60" name="Google Shape;60;p13"/>
          <p:cNvSpPr txBox="1"/>
          <p:nvPr/>
        </p:nvSpPr>
        <p:spPr>
          <a:xfrm>
            <a:off x="979100" y="3639167"/>
            <a:ext cx="4090988" cy="33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9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Name: Team InfraRed</a:t>
            </a:r>
            <a:endParaRPr sz="686" dirty="0"/>
          </a:p>
        </p:txBody>
      </p:sp>
      <p:sp>
        <p:nvSpPr>
          <p:cNvPr id="61" name="Google Shape;61;p13"/>
          <p:cNvSpPr txBox="1"/>
          <p:nvPr/>
        </p:nvSpPr>
        <p:spPr>
          <a:xfrm>
            <a:off x="979100" y="3912962"/>
            <a:ext cx="3875398" cy="33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9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Jiya Kulkarni</a:t>
            </a:r>
            <a:endParaRPr sz="686" dirty="0"/>
          </a:p>
        </p:txBody>
      </p:sp>
      <p:sp>
        <p:nvSpPr>
          <p:cNvPr id="62" name="Google Shape;62;p13"/>
          <p:cNvSpPr txBox="1"/>
          <p:nvPr/>
        </p:nvSpPr>
        <p:spPr>
          <a:xfrm>
            <a:off x="979100" y="4186757"/>
            <a:ext cx="5449625" cy="33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9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BMS Institute Of Technology</a:t>
            </a:r>
            <a:endParaRPr sz="686" dirty="0"/>
          </a:p>
        </p:txBody>
      </p:sp>
      <p:sp>
        <p:nvSpPr>
          <p:cNvPr id="63" name="Google Shape;63;p13"/>
          <p:cNvSpPr txBox="1"/>
          <p:nvPr/>
        </p:nvSpPr>
        <p:spPr>
          <a:xfrm>
            <a:off x="979100" y="3019165"/>
            <a:ext cx="7979046" cy="676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" sz="1569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Problem Statement Code: CR(H)3: </a:t>
            </a:r>
            <a:r>
              <a:rPr lang="en-US" sz="1569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Multi-Sensor Wildlife Corridor Monitoring System for Anti-Poaching Using ESP32 and Raspberry Pi</a:t>
            </a:r>
            <a:endParaRPr sz="68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791F-2284-C0C9-707F-3CCB2BC2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089D0-0819-DE4A-2819-C3A4A6704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4;p16" title="Code Red 3.0 ppt bg.png">
            <a:extLst>
              <a:ext uri="{FF2B5EF4-FFF2-40B4-BE49-F238E27FC236}">
                <a16:creationId xmlns:a16="http://schemas.microsoft.com/office/drawing/2014/main" id="{A688F9DC-3EC0-649E-DFBB-773FC9178AC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6;p16">
            <a:extLst>
              <a:ext uri="{FF2B5EF4-FFF2-40B4-BE49-F238E27FC236}">
                <a16:creationId xmlns:a16="http://schemas.microsoft.com/office/drawing/2014/main" id="{F0A88BAA-FF8B-B6F6-F761-12B627093294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 is Needed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99;p16" title="CR_Logo_BlackBG.png">
            <a:extLst>
              <a:ext uri="{FF2B5EF4-FFF2-40B4-BE49-F238E27FC236}">
                <a16:creationId xmlns:a16="http://schemas.microsoft.com/office/drawing/2014/main" id="{E25BD7B8-EB0F-26BD-EA89-C084459901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DCFF86-5A92-CB81-887E-E27113BBB5DF}"/>
              </a:ext>
            </a:extLst>
          </p:cNvPr>
          <p:cNvSpPr txBox="1"/>
          <p:nvPr/>
        </p:nvSpPr>
        <p:spPr>
          <a:xfrm>
            <a:off x="103466" y="819978"/>
            <a:ext cx="830810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1.Why We Are Doing This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forests are facing rapid loss of wildlife due to poaching, deforestation, and illegal human activities.</a:t>
            </a: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endangered species are at risk because existing monitoring systems are either costly or fail in dense forest conditions.</a:t>
            </a: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protect wildlife and ensure safe movement in corridors, smart sensor-based systems are needed for real-time detection and alerting.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2.Examples of Deforestation and Wildlife Threats</a:t>
            </a: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Deforestation in the Western Ghats – leading to loss of habitats for </a:t>
            </a:r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elephants and tigers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Illegal logging in Amazon and Indian Forests – causing soil erosion and ecosystem imbalance.</a:t>
            </a: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Poaching incidents in </a:t>
            </a:r>
            <a:r>
              <a:rPr lang="en-US" sz="16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Nagarhole</a:t>
            </a:r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Bandipur</a:t>
            </a:r>
            <a:r>
              <a:rPr 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Reserves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reducing animal populations.</a:t>
            </a: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fires and encroachment – destroying green cover and migration paths.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3.Goal:</a:t>
            </a: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an affordable, intelligent, and contactless monitoring system that helps forest departments detect intrusions, track animal movement, and prevent poaching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47342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Google Shape;70;p14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72" name="Google Shape;72;p14"/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5" name="Google Shape;75;p14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FBE348-F0E6-4178-31A8-9E2AFC7F8164}"/>
              </a:ext>
            </a:extLst>
          </p:cNvPr>
          <p:cNvSpPr txBox="1"/>
          <p:nvPr/>
        </p:nvSpPr>
        <p:spPr>
          <a:xfrm>
            <a:off x="478888" y="694725"/>
            <a:ext cx="4762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and Solution: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2A561-E846-D27B-6EB6-CE60457DEB3A}"/>
              </a:ext>
            </a:extLst>
          </p:cNvPr>
          <p:cNvSpPr txBox="1"/>
          <p:nvPr/>
        </p:nvSpPr>
        <p:spPr>
          <a:xfrm>
            <a:off x="308178" y="1033279"/>
            <a:ext cx="8337734" cy="411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InfraScatter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Sentinel is a dual layer wildlife protection system that combines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ground-level infrared scatter sensing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contactless ranger authentication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b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nodes project a thin sheet of invisible infrared light a few centimeters above the forest floor. When a human, animal, or vehicle passes through, the soil, leaves and body mass distort the scatter pattern. The ESP32 based node analyses this signature along with vibration and microthermal readings using an edge-ML model to classify the event in real time.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complementary authentication terminal uses near infrared palm vein recognition to ensure only authorized rangers can access system logs, acknowledge alerts or trigger response actions. This creates a complete detection, decision and authorization ecosystem.</a:t>
            </a:r>
          </a:p>
        </p:txBody>
      </p:sp>
      <p:sp>
        <p:nvSpPr>
          <p:cNvPr id="6" name="Google Shape;85;p15">
            <a:extLst>
              <a:ext uri="{FF2B5EF4-FFF2-40B4-BE49-F238E27FC236}">
                <a16:creationId xmlns:a16="http://schemas.microsoft.com/office/drawing/2014/main" id="{23015290-6EFA-CF3F-ADCB-0D17B24E66D1}"/>
              </a:ext>
            </a:extLst>
          </p:cNvPr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200" b="1" i="0" u="none" strike="noStrike" cap="none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A48E-40E7-F0AA-1ECD-ACB45B82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4C3C4-C60F-C08D-5308-D3F17704E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4;p16" title="Code Red 3.0 ppt bg.png">
            <a:extLst>
              <a:ext uri="{FF2B5EF4-FFF2-40B4-BE49-F238E27FC236}">
                <a16:creationId xmlns:a16="http://schemas.microsoft.com/office/drawing/2014/main" id="{0585113B-7E1A-526D-E012-CDA5223CD89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6;p16">
            <a:extLst>
              <a:ext uri="{FF2B5EF4-FFF2-40B4-BE49-F238E27FC236}">
                <a16:creationId xmlns:a16="http://schemas.microsoft.com/office/drawing/2014/main" id="{6BACEC24-B09B-14F3-1FF6-E85F5447307B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" name="Google Shape;99;p16" title="CR_Logo_BlackBG.png">
            <a:extLst>
              <a:ext uri="{FF2B5EF4-FFF2-40B4-BE49-F238E27FC236}">
                <a16:creationId xmlns:a16="http://schemas.microsoft.com/office/drawing/2014/main" id="{A600B8C1-D414-3104-9910-2999307418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AFE67-59D3-AAA9-33AC-E32E984FE189}"/>
              </a:ext>
            </a:extLst>
          </p:cNvPr>
          <p:cNvSpPr txBox="1"/>
          <p:nvPr/>
        </p:nvSpPr>
        <p:spPr>
          <a:xfrm>
            <a:off x="339142" y="205293"/>
            <a:ext cx="6654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GTM (Go-To-Market) Strategy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F4024-5501-5773-D6F8-3B0D6B8DC7E0}"/>
              </a:ext>
            </a:extLst>
          </p:cNvPr>
          <p:cNvSpPr txBox="1"/>
          <p:nvPr/>
        </p:nvSpPr>
        <p:spPr>
          <a:xfrm>
            <a:off x="257577" y="790068"/>
            <a:ext cx="786739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sell our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InfraScatter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Sentinel system (IR sensors + gateway + ranger scanner) to forest departments and NGOs.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income sources: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Selling the hardware (sensor kits).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Charging for yearly service, maintenance, and data dashboard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it’s useful: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/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poachers and animals quickly.</a:t>
            </a:r>
          </a:p>
          <a:p>
            <a:pPr marL="457200" lvl="1"/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updates to avoid danger in forest.</a:t>
            </a:r>
          </a:p>
          <a:p>
            <a:pPr marL="457200" lvl="1"/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authorized rangers can access it – safe and secure.</a:t>
            </a:r>
          </a:p>
          <a:p>
            <a:pPr marL="457200" lvl="1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to start: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1.Test it in one forest area 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2.Collect and improve data accuracy.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3.Show results to government and NGOs.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4.Start larger deployments.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5.Keep giving software updates and support.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E5938A-D12D-4DD7-22CC-BFB754EC53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707" t="33531" r="24995" b="32647"/>
          <a:stretch>
            <a:fillRect/>
          </a:stretch>
        </p:blipFill>
        <p:spPr>
          <a:xfrm>
            <a:off x="5538708" y="2908727"/>
            <a:ext cx="3449443" cy="211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9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00F1-BC02-EA28-0A97-71AD979D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55C07-4BEF-5B21-95AA-399FD9A1C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4;p16" title="Code Red 3.0 ppt bg.png">
            <a:extLst>
              <a:ext uri="{FF2B5EF4-FFF2-40B4-BE49-F238E27FC236}">
                <a16:creationId xmlns:a16="http://schemas.microsoft.com/office/drawing/2014/main" id="{85CDB518-5433-4188-14ED-DAE02BB53DA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6;p16">
            <a:extLst>
              <a:ext uri="{FF2B5EF4-FFF2-40B4-BE49-F238E27FC236}">
                <a16:creationId xmlns:a16="http://schemas.microsoft.com/office/drawing/2014/main" id="{1B036B7C-1F42-F7FD-A1F9-D8EB2EA319CB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Google Shape;99;p16" title="CR_Logo_BlackBG.png">
            <a:extLst>
              <a:ext uri="{FF2B5EF4-FFF2-40B4-BE49-F238E27FC236}">
                <a16:creationId xmlns:a16="http://schemas.microsoft.com/office/drawing/2014/main" id="{20117975-21B9-4EE9-3802-5A96590DCB5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910E38-F7F3-D944-61FB-E586BD5F159D}"/>
              </a:ext>
            </a:extLst>
          </p:cNvPr>
          <p:cNvSpPr txBox="1"/>
          <p:nvPr/>
        </p:nvSpPr>
        <p:spPr>
          <a:xfrm>
            <a:off x="339142" y="205293"/>
            <a:ext cx="6654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GTM (Go-To-Market) Strategy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401325-3217-A834-E780-EA5369368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598359"/>
              </p:ext>
            </p:extLst>
          </p:nvPr>
        </p:nvGraphicFramePr>
        <p:xfrm>
          <a:off x="1624036" y="949915"/>
          <a:ext cx="5895928" cy="3821520"/>
        </p:xfrm>
        <a:graphic>
          <a:graphicData uri="http://schemas.openxmlformats.org/drawingml/2006/table">
            <a:tbl>
              <a:tblPr/>
              <a:tblGrid>
                <a:gridCol w="1473982">
                  <a:extLst>
                    <a:ext uri="{9D8B030D-6E8A-4147-A177-3AD203B41FA5}">
                      <a16:colId xmlns:a16="http://schemas.microsoft.com/office/drawing/2014/main" val="1761412517"/>
                    </a:ext>
                  </a:extLst>
                </a:gridCol>
                <a:gridCol w="1473982">
                  <a:extLst>
                    <a:ext uri="{9D8B030D-6E8A-4147-A177-3AD203B41FA5}">
                      <a16:colId xmlns:a16="http://schemas.microsoft.com/office/drawing/2014/main" val="1874473305"/>
                    </a:ext>
                  </a:extLst>
                </a:gridCol>
                <a:gridCol w="1473982">
                  <a:extLst>
                    <a:ext uri="{9D8B030D-6E8A-4147-A177-3AD203B41FA5}">
                      <a16:colId xmlns:a16="http://schemas.microsoft.com/office/drawing/2014/main" val="3031119031"/>
                    </a:ext>
                  </a:extLst>
                </a:gridCol>
                <a:gridCol w="1473982">
                  <a:extLst>
                    <a:ext uri="{9D8B030D-6E8A-4147-A177-3AD203B41FA5}">
                      <a16:colId xmlns:a16="http://schemas.microsoft.com/office/drawing/2014/main" val="1751825517"/>
                    </a:ext>
                  </a:extLst>
                </a:gridCol>
              </a:tblGrid>
              <a:tr h="210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Timeline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Key Activities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Expected Outcome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053246"/>
                  </a:ext>
                </a:extLst>
              </a:tr>
              <a:tr h="94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</a:rPr>
                        <a:t>Phase 1 – Pilot &amp; </a:t>
                      </a:r>
                      <a:r>
                        <a:rPr lang="en-IN" sz="10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Validation</a:t>
                      </a:r>
                      <a:endParaRPr lang="en-IN" sz="10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0–6 months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Deploy 10 sensor nodes + 1 gateway in a forest corridor (e.g., Bandipur). Gather real-time data, train ML model, validate detection accuracy.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Proof of concept, field validation report, ranger feedback.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1420"/>
                  </a:ext>
                </a:extLst>
              </a:tr>
              <a:tr h="94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</a:rPr>
                        <a:t>Phase 2 – Government Partnerships</a:t>
                      </a:r>
                      <a:endParaRPr lang="en-IN" sz="1000" dirty="0">
                        <a:solidFill>
                          <a:schemeClr val="bg1"/>
                        </a:solidFill>
                      </a:endParaRP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6–12 months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Approach Karnataka Forest Department &amp; Ministry of Environment. Demonstrate dashboard analytics and safety alerts.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MoU or pilot approval for wider testing.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74287"/>
                  </a:ext>
                </a:extLst>
              </a:tr>
              <a:tr h="653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Phase 3 – Production &amp; Deployment</a:t>
                      </a:r>
                      <a:endParaRPr lang="en-IN" sz="1000">
                        <a:solidFill>
                          <a:schemeClr val="bg1"/>
                        </a:solidFill>
                      </a:endParaRP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12–24 months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Manufacture 500+ sensor units. Partner with NGOs like WWF-India for deployments.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Full corridor coverage in 3–5 regions.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907720"/>
                  </a:ext>
                </a:extLst>
              </a:tr>
              <a:tr h="653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Phase 4 – Commercial Expansion</a:t>
                      </a:r>
                      <a:endParaRPr lang="en-IN" sz="1000">
                        <a:solidFill>
                          <a:schemeClr val="bg1"/>
                        </a:solidFill>
                      </a:endParaRP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</a:rPr>
                        <a:t>24+ months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Sell and maintain systems for other Indian states &amp; neighboring countries.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Sustainable annual revenue stream.</a:t>
                      </a:r>
                    </a:p>
                  </a:txBody>
                  <a:tcPr marL="63265" marR="63265" marT="31632" marB="316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906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85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D31B-8313-1906-4B38-C8A39C552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60C0E-CFEF-F488-CB6D-678BEFE0C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Google Shape;94;p16" title="Code Red 3.0 ppt bg.png">
            <a:extLst>
              <a:ext uri="{FF2B5EF4-FFF2-40B4-BE49-F238E27FC236}">
                <a16:creationId xmlns:a16="http://schemas.microsoft.com/office/drawing/2014/main" id="{1DA58D40-BA62-CCB3-D81E-B282ADA0A4B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96;p16">
            <a:extLst>
              <a:ext uri="{FF2B5EF4-FFF2-40B4-BE49-F238E27FC236}">
                <a16:creationId xmlns:a16="http://schemas.microsoft.com/office/drawing/2014/main" id="{6BAC75AA-4657-6700-D673-524790244FFE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 Implementation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99;p16" title="CR_Logo_BlackBG.png">
            <a:extLst>
              <a:ext uri="{FF2B5EF4-FFF2-40B4-BE49-F238E27FC236}">
                <a16:creationId xmlns:a16="http://schemas.microsoft.com/office/drawing/2014/main" id="{F90DD164-B9FF-EE24-7FDD-D62E004E1E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AADA85-5969-EF1E-51F8-A22AF8EFF8DB}"/>
              </a:ext>
            </a:extLst>
          </p:cNvPr>
          <p:cNvSpPr txBox="1"/>
          <p:nvPr/>
        </p:nvSpPr>
        <p:spPr>
          <a:xfrm>
            <a:off x="213815" y="574625"/>
            <a:ext cx="82750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Offer: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InfraScatter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ESP32-based sensor system with IR and vibration sensors.</a:t>
            </a: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 Unit: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Collects and transfers forest activity data.</a:t>
            </a: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Access: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viewing real-time alerts and reports.</a:t>
            </a: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&amp; Support: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Regular service and data updates.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Sources: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Selling the complete hardware kits.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subscription for dashboard and data usage.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and software update charges.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to Implement: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1.Conduct pilot installation in one forest zone.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2.Collect data and improve detection accuracy.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3.Partner with forest departments and NGOs.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4.Start wider deployments after successful tests.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5.Offer regular maintenance and update services.</a:t>
            </a:r>
          </a:p>
        </p:txBody>
      </p:sp>
      <p:pic>
        <p:nvPicPr>
          <p:cNvPr id="12" name="Picture 11" descr="A laser beam on a trail">
            <a:extLst>
              <a:ext uri="{FF2B5EF4-FFF2-40B4-BE49-F238E27FC236}">
                <a16:creationId xmlns:a16="http://schemas.microsoft.com/office/drawing/2014/main" id="{A5A22B34-0215-F1A3-0868-506592519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645" y="3229241"/>
            <a:ext cx="2532639" cy="191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7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280C9-5F6B-83D2-8302-A0849078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22E3F-8FC5-7FE8-6729-A2DCAF869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4;p16" title="Code Red 3.0 ppt bg.png">
            <a:extLst>
              <a:ext uri="{FF2B5EF4-FFF2-40B4-BE49-F238E27FC236}">
                <a16:creationId xmlns:a16="http://schemas.microsoft.com/office/drawing/2014/main" id="{11D661BB-A94E-AE79-C755-89AFAF1DFD3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6;p16">
            <a:extLst>
              <a:ext uri="{FF2B5EF4-FFF2-40B4-BE49-F238E27FC236}">
                <a16:creationId xmlns:a16="http://schemas.microsoft.com/office/drawing/2014/main" id="{99FEAB1B-069E-E221-1127-226A3A660B47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 Implementation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99;p16" title="CR_Logo_BlackBG.png">
            <a:extLst>
              <a:ext uri="{FF2B5EF4-FFF2-40B4-BE49-F238E27FC236}">
                <a16:creationId xmlns:a16="http://schemas.microsoft.com/office/drawing/2014/main" id="{2EE53D1E-918E-EDFE-1DAA-DB713AD6A3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E8463C-F04D-EBB1-7219-2E77B81CF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600651"/>
              </p:ext>
            </p:extLst>
          </p:nvPr>
        </p:nvGraphicFramePr>
        <p:xfrm>
          <a:off x="311151" y="2144395"/>
          <a:ext cx="8521698" cy="1432560"/>
        </p:xfrm>
        <a:graphic>
          <a:graphicData uri="http://schemas.openxmlformats.org/drawingml/2006/table">
            <a:tbl>
              <a:tblPr/>
              <a:tblGrid>
                <a:gridCol w="1420283">
                  <a:extLst>
                    <a:ext uri="{9D8B030D-6E8A-4147-A177-3AD203B41FA5}">
                      <a16:colId xmlns:a16="http://schemas.microsoft.com/office/drawing/2014/main" val="1178105963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229650513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1930941041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1183734370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792383020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4275132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Units Sold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Revenue from Kits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Subscription &amp;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Total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Est. Net Profit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21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Y1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100 kits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₹6,00,000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₹1,00,000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₹7,00,000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49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Y2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500 kits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₹30,00,000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₹5,00,000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₹35,00,000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74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Y3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1500 kits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₹90,00,000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₹15,00,000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₹1,05,00,000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62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065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134D-D394-E756-E25D-F740911A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6B7F4-CB34-1C62-6C85-3C81B9B6A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Google Shape;94;p16" title="Code Red 3.0 ppt bg.png">
            <a:extLst>
              <a:ext uri="{FF2B5EF4-FFF2-40B4-BE49-F238E27FC236}">
                <a16:creationId xmlns:a16="http://schemas.microsoft.com/office/drawing/2014/main" id="{E8AA2FDD-0A51-2F52-3BAC-CB2202DA63B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6;p16">
            <a:extLst>
              <a:ext uri="{FF2B5EF4-FFF2-40B4-BE49-F238E27FC236}">
                <a16:creationId xmlns:a16="http://schemas.microsoft.com/office/drawing/2014/main" id="{6A3E3C9A-72F0-EF44-DEA1-6052E87BDE56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99;p16" title="CR_Logo_BlackBG.png">
            <a:extLst>
              <a:ext uri="{FF2B5EF4-FFF2-40B4-BE49-F238E27FC236}">
                <a16:creationId xmlns:a16="http://schemas.microsoft.com/office/drawing/2014/main" id="{5DB5F8A3-5FDC-69E3-5C30-03B245B80C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BA347F-E932-3984-394C-EAEA51728D9E}"/>
              </a:ext>
            </a:extLst>
          </p:cNvPr>
          <p:cNvSpPr txBox="1"/>
          <p:nvPr/>
        </p:nvSpPr>
        <p:spPr>
          <a:xfrm>
            <a:off x="413983" y="1152475"/>
            <a:ext cx="51588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users: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departments – for anti-poaching and animal tracking.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Wildlife researchers – for studying animal movement.</a:t>
            </a:r>
          </a:p>
          <a:p>
            <a:pPr lvl="1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possible users:</a:t>
            </a:r>
          </a:p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Safari zoo and other private zoo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NGOs that protect animals.</a:t>
            </a:r>
          </a:p>
          <a:p>
            <a:pPr lvl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forest reserves or sanctuaries.</a:t>
            </a:r>
          </a:p>
          <a:p>
            <a:pPr lvl="1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areas: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Forests in Karnataka and the Western Ghats.</a:t>
            </a:r>
          </a:p>
          <a:p>
            <a:pPr lvl="1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Later expansion: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parts of India and nearby countries like Thailand and Indonesia.</a:t>
            </a:r>
          </a:p>
        </p:txBody>
      </p:sp>
      <p:pic>
        <p:nvPicPr>
          <p:cNvPr id="12" name="Picture 11" descr="A person standing in the woods with a deer&#10;&#10;AI-generated content may be incorrect.">
            <a:extLst>
              <a:ext uri="{FF2B5EF4-FFF2-40B4-BE49-F238E27FC236}">
                <a16:creationId xmlns:a16="http://schemas.microsoft.com/office/drawing/2014/main" id="{7F656831-9964-F611-5DA1-D93B32746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819" y="1342821"/>
            <a:ext cx="2258111" cy="22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25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94EB-CF55-660D-AA63-EC8F8BE2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CB15A-CA9A-8B6A-DC75-ABB47D156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4;p16" title="Code Red 3.0 ppt bg.png">
            <a:extLst>
              <a:ext uri="{FF2B5EF4-FFF2-40B4-BE49-F238E27FC236}">
                <a16:creationId xmlns:a16="http://schemas.microsoft.com/office/drawing/2014/main" id="{DFE1C640-A590-8C61-8CEA-B234FA97530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A2FABA-1987-E377-2995-91FA425BE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89675"/>
              </p:ext>
            </p:extLst>
          </p:nvPr>
        </p:nvGraphicFramePr>
        <p:xfrm>
          <a:off x="311150" y="1397635"/>
          <a:ext cx="8521700" cy="3139440"/>
        </p:xfrm>
        <a:graphic>
          <a:graphicData uri="http://schemas.openxmlformats.org/drawingml/2006/table">
            <a:tbl>
              <a:tblPr/>
              <a:tblGrid>
                <a:gridCol w="1704340">
                  <a:extLst>
                    <a:ext uri="{9D8B030D-6E8A-4147-A177-3AD203B41FA5}">
                      <a16:colId xmlns:a16="http://schemas.microsoft.com/office/drawing/2014/main" val="1050868931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3148727142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520964938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057457380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1548978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Market Size (Approx.)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Pain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How InfraScatter Helps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52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Government Forest Departments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40+ forest divisions across India managing wildlife corridors.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₹2+ Cr annual conservation tech budget (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MoEFCC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Lack of low-cost real-time monitoring; manual patrol risk.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Affordable, automated, AI-powered monitoring.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912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Wildlife NGOs &amp; Research Organizations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WWF-India, WTI, Wildlife SOS,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₹5+ Cr combined project budgets yearly.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Limited real-time visibility, manual data collection.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Cloud dashboard &amp; live event logging for analysis.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474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Safari Zoo, private Forest Reserves &amp; Eco-Parks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Resorts &amp; private sanctuaries with animal corridors.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₹10+ Cr estimated yearly spend on surveillance.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Need reliable monitoring without costly cameras.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Easy deployment &amp; low maintenance IR sensing.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790709"/>
                  </a:ext>
                </a:extLst>
              </a:tr>
            </a:tbl>
          </a:graphicData>
        </a:graphic>
      </p:graphicFrame>
      <p:sp>
        <p:nvSpPr>
          <p:cNvPr id="6" name="Google Shape;96;p16">
            <a:extLst>
              <a:ext uri="{FF2B5EF4-FFF2-40B4-BE49-F238E27FC236}">
                <a16:creationId xmlns:a16="http://schemas.microsoft.com/office/drawing/2014/main" id="{4B7B628A-7ECF-7560-1D4D-C623ED181EAA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99;p16" title="CR_Logo_BlackBG.png">
            <a:extLst>
              <a:ext uri="{FF2B5EF4-FFF2-40B4-BE49-F238E27FC236}">
                <a16:creationId xmlns:a16="http://schemas.microsoft.com/office/drawing/2014/main" id="{80538FB2-9012-6F27-5305-E477D80F7E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538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6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96" name="Google Shape;96;p16"/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200" b="1" i="0" u="none" strike="noStrike" cap="none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 dirty="0"/>
          </a:p>
        </p:txBody>
      </p:sp>
      <p:pic>
        <p:nvPicPr>
          <p:cNvPr id="99" name="Google Shape;99;p16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108584-42CB-462F-14FE-F3AC1EF27B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2" r="25849"/>
          <a:stretch>
            <a:fillRect/>
          </a:stretch>
        </p:blipFill>
        <p:spPr bwMode="auto">
          <a:xfrm>
            <a:off x="1033347" y="843150"/>
            <a:ext cx="2794627" cy="343816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AE908C-AAD3-09B3-BC64-7239AEE17F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127" r="9491" b="1922"/>
          <a:stretch>
            <a:fillRect/>
          </a:stretch>
        </p:blipFill>
        <p:spPr>
          <a:xfrm>
            <a:off x="4439789" y="516770"/>
            <a:ext cx="3352800" cy="40909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8B43-1F06-1E42-FE89-F8A55ABB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9650B-1CD7-99DD-306F-093C3029B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4;p16" title="Code Red 3.0 ppt bg.png">
            <a:extLst>
              <a:ext uri="{FF2B5EF4-FFF2-40B4-BE49-F238E27FC236}">
                <a16:creationId xmlns:a16="http://schemas.microsoft.com/office/drawing/2014/main" id="{46BBD43A-5646-8119-E615-0482845DDA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6;p16">
            <a:extLst>
              <a:ext uri="{FF2B5EF4-FFF2-40B4-BE49-F238E27FC236}">
                <a16:creationId xmlns:a16="http://schemas.microsoft.com/office/drawing/2014/main" id="{1D1CB6DF-7DAD-0167-78AB-091506FBDB3B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99;p16" title="CR_Logo_BlackBG.png">
            <a:extLst>
              <a:ext uri="{FF2B5EF4-FFF2-40B4-BE49-F238E27FC236}">
                <a16:creationId xmlns:a16="http://schemas.microsoft.com/office/drawing/2014/main" id="{5735097B-09E8-5BAE-7FD3-738FA12ECB4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AAD532-8CA4-64FF-77EF-E4DD6AF6810E}"/>
              </a:ext>
            </a:extLst>
          </p:cNvPr>
          <p:cNvSpPr txBox="1"/>
          <p:nvPr/>
        </p:nvSpPr>
        <p:spPr>
          <a:xfrm>
            <a:off x="263857" y="1091821"/>
            <a:ext cx="4490113" cy="26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32A929-9B84-60A6-5C02-EBA9D5BAB51E}"/>
              </a:ext>
            </a:extLst>
          </p:cNvPr>
          <p:cNvSpPr txBox="1"/>
          <p:nvPr/>
        </p:nvSpPr>
        <p:spPr>
          <a:xfrm>
            <a:off x="311700" y="1152475"/>
            <a:ext cx="8568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A2C8F4-5FE9-7585-28F1-9B500CDAE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183376"/>
              </p:ext>
            </p:extLst>
          </p:nvPr>
        </p:nvGraphicFramePr>
        <p:xfrm>
          <a:off x="582304" y="1152525"/>
          <a:ext cx="8304865" cy="358992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5071">
                  <a:extLst>
                    <a:ext uri="{9D8B030D-6E8A-4147-A177-3AD203B41FA5}">
                      <a16:colId xmlns:a16="http://schemas.microsoft.com/office/drawing/2014/main" val="2239754674"/>
                    </a:ext>
                  </a:extLst>
                </a:gridCol>
                <a:gridCol w="2006598">
                  <a:extLst>
                    <a:ext uri="{9D8B030D-6E8A-4147-A177-3AD203B41FA5}">
                      <a16:colId xmlns:a16="http://schemas.microsoft.com/office/drawing/2014/main" val="186040604"/>
                    </a:ext>
                  </a:extLst>
                </a:gridCol>
                <a:gridCol w="2006598">
                  <a:extLst>
                    <a:ext uri="{9D8B030D-6E8A-4147-A177-3AD203B41FA5}">
                      <a16:colId xmlns:a16="http://schemas.microsoft.com/office/drawing/2014/main" val="4149262397"/>
                    </a:ext>
                  </a:extLst>
                </a:gridCol>
                <a:gridCol w="2006598">
                  <a:extLst>
                    <a:ext uri="{9D8B030D-6E8A-4147-A177-3AD203B41FA5}">
                      <a16:colId xmlns:a16="http://schemas.microsoft.com/office/drawing/2014/main" val="2039287243"/>
                    </a:ext>
                  </a:extLst>
                </a:gridCol>
              </a:tblGrid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Used in Forest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997680"/>
                  </a:ext>
                </a:extLst>
              </a:tr>
              <a:tr h="689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Dev Board</a:t>
                      </a:r>
                      <a:endParaRPr lang="en-IN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 all sensors, sends data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Wi-Fi: ~100 m, LoRa: 2–5 km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Low-power, smart processing, remote data transfer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981836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 Obstacle Sensor (x2)</a:t>
                      </a:r>
                      <a:endParaRPr lang="en-IN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movement / crossing objects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2–30 cm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intruders or animals using IR beam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980943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SW-420 Vibration Sensor</a:t>
                      </a:r>
                      <a:endParaRPr lang="en-IN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Senses ground vibration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1–2 m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footsteps or vehicle movement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938730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DHT11</a:t>
                      </a:r>
                      <a:endParaRPr lang="en-IN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temperature (and humidity)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0–50 °C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Tracks environmental and thermal changes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50234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</a:t>
                      </a:r>
                      <a:endParaRPr lang="en-IN" sz="14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Gives alert sound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5–10 m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Warns rangers of intrusion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000118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Red, Green, Yellow LEDs</a:t>
                      </a:r>
                      <a:endParaRPr lang="en-IN" sz="14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system status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Visible 10–15 m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field indication (alert / normal / active)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287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919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CF6C-340C-E40F-5B73-E7A2E2EB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A02B-F5B3-07E8-C1BC-C03805968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4;p16" title="Code Red 3.0 ppt bg.png">
            <a:extLst>
              <a:ext uri="{FF2B5EF4-FFF2-40B4-BE49-F238E27FC236}">
                <a16:creationId xmlns:a16="http://schemas.microsoft.com/office/drawing/2014/main" id="{5E1C64B4-6032-8F79-85C2-0CCE8E6BEEA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6;p16">
            <a:extLst>
              <a:ext uri="{FF2B5EF4-FFF2-40B4-BE49-F238E27FC236}">
                <a16:creationId xmlns:a16="http://schemas.microsoft.com/office/drawing/2014/main" id="{AED617F9-5646-1025-DC5F-6E307F82A67B}"/>
              </a:ext>
            </a:extLst>
          </p:cNvPr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</a:p>
          <a:p>
            <a:pPr lvl="0" algn="ctr"/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99;p16" title="CR_Logo_BlackBG.png">
            <a:extLst>
              <a:ext uri="{FF2B5EF4-FFF2-40B4-BE49-F238E27FC236}">
                <a16:creationId xmlns:a16="http://schemas.microsoft.com/office/drawing/2014/main" id="{7C17A422-70D1-3130-DE0D-8C23DEE93B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black circuit board with a green light">
            <a:extLst>
              <a:ext uri="{FF2B5EF4-FFF2-40B4-BE49-F238E27FC236}">
                <a16:creationId xmlns:a16="http://schemas.microsoft.com/office/drawing/2014/main" id="{9A904EC7-A5EE-F9BE-0C4A-5868FE242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74" y="696037"/>
            <a:ext cx="2131897" cy="1825672"/>
          </a:xfrm>
          <a:prstGeom prst="rect">
            <a:avLst/>
          </a:prstGeom>
        </p:spPr>
      </p:pic>
      <p:pic>
        <p:nvPicPr>
          <p:cNvPr id="10" name="Picture 9" descr="A blue circuit board with a blue square and a black square">
            <a:extLst>
              <a:ext uri="{FF2B5EF4-FFF2-40B4-BE49-F238E27FC236}">
                <a16:creationId xmlns:a16="http://schemas.microsoft.com/office/drawing/2014/main" id="{EA53BF3A-E210-F431-4E25-9C9C24E62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657" y="660352"/>
            <a:ext cx="2101755" cy="1734687"/>
          </a:xfrm>
          <a:prstGeom prst="rect">
            <a:avLst/>
          </a:prstGeom>
        </p:spPr>
      </p:pic>
      <p:pic>
        <p:nvPicPr>
          <p:cNvPr id="12" name="Picture 11" descr="A blue circuit board with a blue square and a blue square&#10;&#10;AI-generated content may be incorrect.">
            <a:extLst>
              <a:ext uri="{FF2B5EF4-FFF2-40B4-BE49-F238E27FC236}">
                <a16:creationId xmlns:a16="http://schemas.microsoft.com/office/drawing/2014/main" id="{51EF783B-ED6E-72D9-0FAA-803D65803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679" y="3073498"/>
            <a:ext cx="1795176" cy="1671944"/>
          </a:xfrm>
          <a:prstGeom prst="rect">
            <a:avLst/>
          </a:prstGeom>
        </p:spPr>
      </p:pic>
      <p:pic>
        <p:nvPicPr>
          <p:cNvPr id="14" name="Picture 13" descr="A blue and red electronic device&#10;&#10;AI-generated content may be incorrect.">
            <a:extLst>
              <a:ext uri="{FF2B5EF4-FFF2-40B4-BE49-F238E27FC236}">
                <a16:creationId xmlns:a16="http://schemas.microsoft.com/office/drawing/2014/main" id="{E5F95D0E-DC60-A102-5AC7-0E32354ECE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0728" y="3051410"/>
            <a:ext cx="1655929" cy="1655929"/>
          </a:xfrm>
          <a:prstGeom prst="rect">
            <a:avLst/>
          </a:prstGeom>
        </p:spPr>
      </p:pic>
      <p:pic>
        <p:nvPicPr>
          <p:cNvPr id="16" name="Picture 15" descr="A group of leds with different colors&#10;&#10;AI-generated content may be incorrect.">
            <a:extLst>
              <a:ext uri="{FF2B5EF4-FFF2-40B4-BE49-F238E27FC236}">
                <a16:creationId xmlns:a16="http://schemas.microsoft.com/office/drawing/2014/main" id="{E4283D86-5BB1-4F2B-317F-8330364A7B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5493" y="768351"/>
            <a:ext cx="1795176" cy="17951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F29CA93-1559-001B-0E6F-F6CDC9E1C500}"/>
              </a:ext>
            </a:extLst>
          </p:cNvPr>
          <p:cNvSpPr txBox="1"/>
          <p:nvPr/>
        </p:nvSpPr>
        <p:spPr>
          <a:xfrm>
            <a:off x="600501" y="2656764"/>
            <a:ext cx="1356705" cy="394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722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5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84" name="Google Shape;84;p15"/>
          <p:cNvSpPr/>
          <p:nvPr/>
        </p:nvSpPr>
        <p:spPr>
          <a:xfrm>
            <a:off x="0" y="86409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200" b="1" i="0" u="none" strike="noStrike" cap="none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 dirty="0"/>
          </a:p>
        </p:txBody>
      </p:sp>
      <p:pic>
        <p:nvPicPr>
          <p:cNvPr id="87" name="Google Shape;87;p15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DF73E4-1616-E629-2FDE-CF4907306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804148"/>
              </p:ext>
            </p:extLst>
          </p:nvPr>
        </p:nvGraphicFramePr>
        <p:xfrm>
          <a:off x="308177" y="791989"/>
          <a:ext cx="8520600" cy="3982403"/>
        </p:xfrm>
        <a:graphic>
          <a:graphicData uri="http://schemas.openxmlformats.org/drawingml/2006/table">
            <a:tbl>
              <a:tblPr/>
              <a:tblGrid>
                <a:gridCol w="2762125">
                  <a:extLst>
                    <a:ext uri="{9D8B030D-6E8A-4147-A177-3AD203B41FA5}">
                      <a16:colId xmlns:a16="http://schemas.microsoft.com/office/drawing/2014/main" val="1984745591"/>
                    </a:ext>
                  </a:extLst>
                </a:gridCol>
                <a:gridCol w="5758475">
                  <a:extLst>
                    <a:ext uri="{9D8B030D-6E8A-4147-A177-3AD203B41FA5}">
                      <a16:colId xmlns:a16="http://schemas.microsoft.com/office/drawing/2014/main" val="3729807511"/>
                    </a:ext>
                  </a:extLst>
                </a:gridCol>
              </a:tblGrid>
              <a:tr h="2330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Section</a:t>
                      </a:r>
                      <a:endParaRPr lang="en-IN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9242" marR="59242" marT="29621" marB="296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Details</a:t>
                      </a:r>
                      <a:endParaRPr lang="en-IN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9242" marR="59242" marT="29621" marB="296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9956"/>
                  </a:ext>
                </a:extLst>
              </a:tr>
              <a:tr h="11932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Novelty / Technical Advantages:</a:t>
                      </a:r>
                      <a:endParaRPr lang="en-IN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9242" marR="59242" marT="29621" marB="296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Detection accuracy: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&gt;90%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human vs animal vs vehicle.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Edge ML inference latency: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&lt;150 </a:t>
                      </a:r>
                      <a:r>
                        <a:rPr lang="en-IN" sz="1200" b="1" dirty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ms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 Energy consumption: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~0.5 W per node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lasting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4-6 months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on a small solar panel + battery.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 IR scatter detection: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3-5 m per node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LoRa communication: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1-3 km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 Network scalability tested: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20-30 nodes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in pilot zone.</a:t>
                      </a:r>
                    </a:p>
                  </a:txBody>
                  <a:tcPr marL="59242" marR="59242" marT="29621" marB="296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839553"/>
                  </a:ext>
                </a:extLst>
              </a:tr>
              <a:tr h="10325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Market Analysis:</a:t>
                      </a:r>
                      <a:endParaRPr lang="en-IN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9242" marR="59242" marT="29621" marB="296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Indian anti-poaching tech budget (central + state):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₹50-100 crore/year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Number of high-risk reserves suitable for small deployments: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~200-300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 Camera traps replacement market (pilot-scale):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₹5-10 crore/year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 Growing interest from NGOs, eco-tourism, and forest research organizations.</a:t>
                      </a:r>
                    </a:p>
                  </a:txBody>
                  <a:tcPr marL="59242" marR="59242" marT="29621" marB="296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653331"/>
                  </a:ext>
                </a:extLst>
              </a:tr>
              <a:tr h="15144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Revenue Model:</a:t>
                      </a:r>
                      <a:endParaRPr lang="en-IN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9242" marR="59242" marT="29621" marB="296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TrailGuard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node hardware cost: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₹7,000-10,000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per unit.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</a:t>
                      </a:r>
                      <a:r>
                        <a:rPr lang="en-IN" sz="1200" dirty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InfraPalm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ID authentication terminal: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₹15,000-20,000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per unit.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 SaaS dashboard subscription: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₹30,000-50,000 / year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per reserve.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 Maintenance/service: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₹5,000-10,000 / node / year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 pilot: 20-node deployment : initial investment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₹2-3 lakh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recurring yearly revenue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₹1-1.5 lakhs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SDK licensing or research collaborations: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₹1-2 lakh per partner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marL="59242" marR="59242" marT="29621" marB="296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431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46B8-6E24-D7C3-B186-F70047F4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F0B75-A93D-4D23-BA28-677B63517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Google Shape;70;p14" title="Code Red 3.0 ppt bg.png">
            <a:extLst>
              <a:ext uri="{FF2B5EF4-FFF2-40B4-BE49-F238E27FC236}">
                <a16:creationId xmlns:a16="http://schemas.microsoft.com/office/drawing/2014/main" id="{DF559917-B753-3C5D-DE3D-033157B87D1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14743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7;p15" title="CR_Logo_BlackBG.png">
            <a:extLst>
              <a:ext uri="{FF2B5EF4-FFF2-40B4-BE49-F238E27FC236}">
                <a16:creationId xmlns:a16="http://schemas.microsoft.com/office/drawing/2014/main" id="{DAEE95E0-C338-9905-3CFE-2B342D830D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5;p15">
            <a:extLst>
              <a:ext uri="{FF2B5EF4-FFF2-40B4-BE49-F238E27FC236}">
                <a16:creationId xmlns:a16="http://schemas.microsoft.com/office/drawing/2014/main" id="{712A4666-E9A2-E730-41E8-F1976569A374}"/>
              </a:ext>
            </a:extLst>
          </p:cNvPr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200" b="1" i="0" u="none" strike="noStrike" cap="none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6EF89F-81D8-234C-728E-1F400B3C0105}"/>
              </a:ext>
            </a:extLst>
          </p:cNvPr>
          <p:cNvSpPr txBox="1"/>
          <p:nvPr/>
        </p:nvSpPr>
        <p:spPr>
          <a:xfrm>
            <a:off x="471934" y="1101865"/>
            <a:ext cx="3724776" cy="260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 Components:</a:t>
            </a:r>
          </a:p>
          <a:p>
            <a:pPr>
              <a:lnSpc>
                <a:spcPct val="150000"/>
              </a:lnSpc>
              <a:buNone/>
            </a:pP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ESP32 multi sensor </a:t>
            </a:r>
            <a:r>
              <a:rPr lang="en-IN" sz="12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TrailGuard</a:t>
            </a: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node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IR scatter projector + receiver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Vibration + low-resolution thermal sensor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Solar unit with energy adaptive sleep cycles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LoRa mesh communication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Raspberry Pi gateway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IN" sz="12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InfraPalm</a:t>
            </a: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ID terminal for ranger authentication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A8E962-C922-EB4F-72A7-C272630CFC05}"/>
              </a:ext>
            </a:extLst>
          </p:cNvPr>
          <p:cNvSpPr txBox="1"/>
          <p:nvPr/>
        </p:nvSpPr>
        <p:spPr>
          <a:xfrm>
            <a:off x="4668644" y="1068335"/>
            <a:ext cx="4371890" cy="2882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 Cases:</a:t>
            </a:r>
          </a:p>
          <a:p>
            <a:pPr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Early detection of human intruders and poachers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Monitoring wildlife movement across critical corridors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Detecting vehicle entry in restricted zones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Creating virtual boundaries where cameras fail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Secure ranger check in and authenticated alert acknowledgement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Long term wildlife data collection for ecological research</a:t>
            </a:r>
          </a:p>
        </p:txBody>
      </p:sp>
    </p:spTree>
    <p:extLst>
      <p:ext uri="{BB962C8B-B14F-4D97-AF65-F5344CB8AC3E}">
        <p14:creationId xmlns:p14="http://schemas.microsoft.com/office/powerpoint/2010/main" val="2809378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9962-EB10-2748-4701-5573A81E6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71161-ACE2-02B7-065F-429341C86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70;p14" title="Code Red 3.0 ppt bg.png">
            <a:extLst>
              <a:ext uri="{FF2B5EF4-FFF2-40B4-BE49-F238E27FC236}">
                <a16:creationId xmlns:a16="http://schemas.microsoft.com/office/drawing/2014/main" id="{12F087FF-5AF4-87A5-A204-8770668E49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14743"/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5;p15">
            <a:extLst>
              <a:ext uri="{FF2B5EF4-FFF2-40B4-BE49-F238E27FC236}">
                <a16:creationId xmlns:a16="http://schemas.microsoft.com/office/drawing/2014/main" id="{C8958589-BECD-5086-3989-9FCE32C2EA2D}"/>
              </a:ext>
            </a:extLst>
          </p:cNvPr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200" b="1" i="0" u="none" strike="noStrike" cap="none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 dirty="0"/>
          </a:p>
        </p:txBody>
      </p:sp>
      <p:pic>
        <p:nvPicPr>
          <p:cNvPr id="6" name="Google Shape;87;p15" title="CR_Logo_BlackBG.png">
            <a:extLst>
              <a:ext uri="{FF2B5EF4-FFF2-40B4-BE49-F238E27FC236}">
                <a16:creationId xmlns:a16="http://schemas.microsoft.com/office/drawing/2014/main" id="{FF48AAD9-307F-1B84-914D-51CE4B0FCB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4E9C48-ED3B-0C8E-BFC4-26010B75EF69}"/>
              </a:ext>
            </a:extLst>
          </p:cNvPr>
          <p:cNvSpPr txBox="1"/>
          <p:nvPr/>
        </p:nvSpPr>
        <p:spPr>
          <a:xfrm>
            <a:off x="311700" y="731375"/>
            <a:ext cx="8378283" cy="232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Technology Stack:</a:t>
            </a:r>
          </a:p>
          <a:p>
            <a:pPr>
              <a:lnSpc>
                <a:spcPct val="150000"/>
              </a:lnSpc>
              <a:buNone/>
            </a:pP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IN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Hardware</a:t>
            </a: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ESP32, Raspberry Pi, IR laser/LED sheet emitters, IR photodiode receivers, vibration sensors, thermal sensors, LoRa modules, solar charging system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IN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Software</a:t>
            </a: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Edge ML model on ESP32, Python/OpenCV on Raspberry Pi, LoRa mesh protocol, encryption for authentication templates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IN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Networking</a:t>
            </a: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Energy adaptive LoRa mesh, gateway-based event aggregation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IN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Biometric Layer</a:t>
            </a: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NIR illumination unit, palm-vein extractor, behavioural micro-movement module, encrypted local matching engine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922522-1353-44B8-BCCE-F0BF71A2C6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66" t="31219" r="14923" b="26017"/>
          <a:stretch>
            <a:fillRect/>
          </a:stretch>
        </p:blipFill>
        <p:spPr>
          <a:xfrm>
            <a:off x="3055436" y="2860675"/>
            <a:ext cx="3590692" cy="219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6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550C-D864-8638-BA23-851BAA15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45CD8-A10B-2F1D-F2A1-3C7AE2F6E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70;p14" title="Code Red 3.0 ppt bg.png">
            <a:extLst>
              <a:ext uri="{FF2B5EF4-FFF2-40B4-BE49-F238E27FC236}">
                <a16:creationId xmlns:a16="http://schemas.microsoft.com/office/drawing/2014/main" id="{22CF9E7D-5DC8-C94B-2C29-C1946B036F7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14743"/>
          <a:stretch>
            <a:fillRect/>
          </a:stretch>
        </p:blipFill>
        <p:spPr>
          <a:xfrm>
            <a:off x="-3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5;p15">
            <a:extLst>
              <a:ext uri="{FF2B5EF4-FFF2-40B4-BE49-F238E27FC236}">
                <a16:creationId xmlns:a16="http://schemas.microsoft.com/office/drawing/2014/main" id="{610B9A63-D00A-25AC-0690-843E63B3AE5E}"/>
              </a:ext>
            </a:extLst>
          </p:cNvPr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200" b="1" i="0" u="none" strike="noStrike" cap="none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 dirty="0"/>
          </a:p>
        </p:txBody>
      </p:sp>
      <p:pic>
        <p:nvPicPr>
          <p:cNvPr id="6" name="Google Shape;87;p15" title="CR_Logo_BlackBG.png">
            <a:extLst>
              <a:ext uri="{FF2B5EF4-FFF2-40B4-BE49-F238E27FC236}">
                <a16:creationId xmlns:a16="http://schemas.microsoft.com/office/drawing/2014/main" id="{56E6FDCC-97F3-F79F-60F4-1CB4A7AE80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FC534-A25B-9E9A-CFE8-EE4DA1951089}"/>
              </a:ext>
            </a:extLst>
          </p:cNvPr>
          <p:cNvSpPr txBox="1"/>
          <p:nvPr/>
        </p:nvSpPr>
        <p:spPr>
          <a:xfrm>
            <a:off x="103466" y="783725"/>
            <a:ext cx="4348976" cy="2051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Dependencies: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Stable LoRa coverage between nodes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Sufficient solar exposure for long term power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Precise alignment between IR emitter and receiver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Biometric database of authorised rangers</a:t>
            </a:r>
            <a:b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Environmental calibration for different soil/leaf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79A495-ED6D-657B-16CC-BCAC7CADACCB}"/>
              </a:ext>
            </a:extLst>
          </p:cNvPr>
          <p:cNvSpPr txBox="1"/>
          <p:nvPr/>
        </p:nvSpPr>
        <p:spPr>
          <a:xfrm>
            <a:off x="4420174" y="761878"/>
            <a:ext cx="4609170" cy="2928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Potential Showstoppers: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Very heavy rainfall or flooding can temporarily disrupt IR scatter patterns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Thick undergrowth growth may occasionally cover node optics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Low sunlight for extended monsoon periods may reduce battery longevity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Biometric spoofing attempts require robust liveness detection</a:t>
            </a:r>
            <a:b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Physical tampering requires protective enclosures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A2B4E2-1E1E-3225-B971-086DCABC20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707" t="33531" r="24995" b="32647"/>
          <a:stretch>
            <a:fillRect/>
          </a:stretch>
        </p:blipFill>
        <p:spPr>
          <a:xfrm>
            <a:off x="773687" y="2710711"/>
            <a:ext cx="3449443" cy="211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87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8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120" name="Google Shape;120;p18"/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TEAM </a:t>
            </a:r>
            <a:r>
              <a:rPr lang="en" sz="22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DETAILS</a:t>
            </a:r>
            <a:endParaRPr sz="100"/>
          </a:p>
        </p:txBody>
      </p:sp>
      <p:sp>
        <p:nvSpPr>
          <p:cNvPr id="122" name="Google Shape;122;p18"/>
          <p:cNvSpPr txBox="1"/>
          <p:nvPr/>
        </p:nvSpPr>
        <p:spPr>
          <a:xfrm>
            <a:off x="346025" y="1455107"/>
            <a:ext cx="2596800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Student ID: 1BY23ET023</a:t>
            </a:r>
            <a:endParaRPr sz="657" dirty="0"/>
          </a:p>
        </p:txBody>
      </p:sp>
      <p:sp>
        <p:nvSpPr>
          <p:cNvPr id="123" name="Google Shape;123;p18"/>
          <p:cNvSpPr txBox="1"/>
          <p:nvPr/>
        </p:nvSpPr>
        <p:spPr>
          <a:xfrm>
            <a:off x="346024" y="1744225"/>
            <a:ext cx="4894975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BMS Institute Of Technology</a:t>
            </a:r>
            <a:endParaRPr sz="657" dirty="0"/>
          </a:p>
        </p:txBody>
      </p:sp>
      <p:sp>
        <p:nvSpPr>
          <p:cNvPr id="124" name="Google Shape;124;p18"/>
          <p:cNvSpPr txBox="1"/>
          <p:nvPr/>
        </p:nvSpPr>
        <p:spPr>
          <a:xfrm>
            <a:off x="346024" y="2033343"/>
            <a:ext cx="3229799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Phone Number: 9742618452</a:t>
            </a:r>
            <a:endParaRPr sz="657" dirty="0"/>
          </a:p>
        </p:txBody>
      </p:sp>
      <p:sp>
        <p:nvSpPr>
          <p:cNvPr id="125" name="Google Shape;125;p18"/>
          <p:cNvSpPr txBox="1"/>
          <p:nvPr/>
        </p:nvSpPr>
        <p:spPr>
          <a:xfrm>
            <a:off x="346024" y="1166738"/>
            <a:ext cx="3809663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Jiya Kulkarni</a:t>
            </a:r>
            <a:endParaRPr sz="657" dirty="0"/>
          </a:p>
        </p:txBody>
      </p:sp>
      <p:sp>
        <p:nvSpPr>
          <p:cNvPr id="126" name="Google Shape;126;p18"/>
          <p:cNvSpPr txBox="1"/>
          <p:nvPr/>
        </p:nvSpPr>
        <p:spPr>
          <a:xfrm>
            <a:off x="346025" y="3412366"/>
            <a:ext cx="3229798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1 Name : M Poojashri</a:t>
            </a:r>
            <a:endParaRPr sz="657" dirty="0"/>
          </a:p>
        </p:txBody>
      </p:sp>
      <p:sp>
        <p:nvSpPr>
          <p:cNvPr id="127" name="Google Shape;127;p18"/>
          <p:cNvSpPr txBox="1"/>
          <p:nvPr/>
        </p:nvSpPr>
        <p:spPr>
          <a:xfrm>
            <a:off x="346024" y="2321712"/>
            <a:ext cx="3616375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Email ID: 1by23et023@bmsit.in</a:t>
            </a:r>
            <a:endParaRPr sz="657" dirty="0"/>
          </a:p>
        </p:txBody>
      </p:sp>
      <p:sp>
        <p:nvSpPr>
          <p:cNvPr id="128" name="Google Shape;128;p18"/>
          <p:cNvSpPr txBox="1"/>
          <p:nvPr/>
        </p:nvSpPr>
        <p:spPr>
          <a:xfrm>
            <a:off x="346024" y="3937811"/>
            <a:ext cx="3319009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2 Name : Mandar Joshi </a:t>
            </a:r>
            <a:endParaRPr sz="657" dirty="0"/>
          </a:p>
        </p:txBody>
      </p:sp>
      <p:sp>
        <p:nvSpPr>
          <p:cNvPr id="129" name="Google Shape;129;p18"/>
          <p:cNvSpPr txBox="1"/>
          <p:nvPr/>
        </p:nvSpPr>
        <p:spPr>
          <a:xfrm>
            <a:off x="346025" y="4463257"/>
            <a:ext cx="3140590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3 Name :  Manjunatha</a:t>
            </a:r>
            <a:endParaRPr sz="657" dirty="0"/>
          </a:p>
        </p:txBody>
      </p:sp>
      <p:pic>
        <p:nvPicPr>
          <p:cNvPr id="130" name="Google Shape;130;p18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1756</Words>
  <Application>Microsoft Office PowerPoint</Application>
  <PresentationFormat>On-screen Show (16:9)</PresentationFormat>
  <Paragraphs>220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Poppins</vt:lpstr>
      <vt:lpstr>Times New Roman</vt:lpstr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JIYA KULKARNI</dc:creator>
  <cp:lastModifiedBy>Ruthvik M</cp:lastModifiedBy>
  <cp:revision>1</cp:revision>
  <dcterms:modified xsi:type="dcterms:W3CDTF">2025-12-12T14:12:27Z</dcterms:modified>
</cp:coreProperties>
</file>